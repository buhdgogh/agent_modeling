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090900" cy="53848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E3DBB-7A9D-4C09-9692-9DE5EA25B3A3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181100" y="1143000"/>
            <a:ext cx="9220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30E4BF-BDBF-4EED-80BF-BFC25ADC1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390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30E4BF-BDBF-4EED-80BF-BFC25ADC1D3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240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D3A52D-6804-1773-6774-266FD4DAE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363" y="881263"/>
            <a:ext cx="12068175" cy="1874708"/>
          </a:xfrm>
        </p:spPr>
        <p:txBody>
          <a:bodyPr anchor="b"/>
          <a:lstStyle>
            <a:lvl1pPr algn="ctr">
              <a:defRPr sz="454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3815BF2-D34C-36F5-0F63-0A4538361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363" y="2828268"/>
            <a:ext cx="12068175" cy="1300080"/>
          </a:xfrm>
        </p:spPr>
        <p:txBody>
          <a:bodyPr/>
          <a:lstStyle>
            <a:lvl1pPr marL="0" indent="0" algn="ctr">
              <a:buNone/>
              <a:defRPr sz="1817"/>
            </a:lvl1pPr>
            <a:lvl2pPr marL="346146" indent="0" algn="ctr">
              <a:buNone/>
              <a:defRPr sz="1514"/>
            </a:lvl2pPr>
            <a:lvl3pPr marL="692292" indent="0" algn="ctr">
              <a:buNone/>
              <a:defRPr sz="1363"/>
            </a:lvl3pPr>
            <a:lvl4pPr marL="1038438" indent="0" algn="ctr">
              <a:buNone/>
              <a:defRPr sz="1211"/>
            </a:lvl4pPr>
            <a:lvl5pPr marL="1384584" indent="0" algn="ctr">
              <a:buNone/>
              <a:defRPr sz="1211"/>
            </a:lvl5pPr>
            <a:lvl6pPr marL="1730731" indent="0" algn="ctr">
              <a:buNone/>
              <a:defRPr sz="1211"/>
            </a:lvl6pPr>
            <a:lvl7pPr marL="2076877" indent="0" algn="ctr">
              <a:buNone/>
              <a:defRPr sz="1211"/>
            </a:lvl7pPr>
            <a:lvl8pPr marL="2423023" indent="0" algn="ctr">
              <a:buNone/>
              <a:defRPr sz="1211"/>
            </a:lvl8pPr>
            <a:lvl9pPr marL="2769169" indent="0" algn="ctr">
              <a:buNone/>
              <a:defRPr sz="1211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0A848C-D341-9E5C-CFD0-7EE3E1A12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E410FC-5A2D-4766-6271-63AAD1483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7A6D46-59AC-92A8-EEB7-B3AB5D53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36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876EC-04D5-1C10-4B9B-8DFC1B1B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854A0-2D27-4568-2FC1-CC199D3A0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31BCEA-A964-AC1E-7612-1A6DC90B2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43374-D0D6-648F-4E3C-16CB86D3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EBEB6-9529-E0A7-34EE-B43B4BFC7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05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BAC4A-6BDF-7300-4DAC-94DDBEBD7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870" y="1342461"/>
            <a:ext cx="13878401" cy="2239927"/>
          </a:xfrm>
        </p:spPr>
        <p:txBody>
          <a:bodyPr anchor="b"/>
          <a:lstStyle>
            <a:lvl1pPr>
              <a:defRPr sz="454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03BC52-9549-9D76-F7D7-239762933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870" y="3603580"/>
            <a:ext cx="13878401" cy="1177924"/>
          </a:xfrm>
        </p:spPr>
        <p:txBody>
          <a:bodyPr/>
          <a:lstStyle>
            <a:lvl1pPr marL="0" indent="0">
              <a:buNone/>
              <a:defRPr sz="1817">
                <a:solidFill>
                  <a:schemeClr val="tx1">
                    <a:tint val="82000"/>
                  </a:schemeClr>
                </a:solidFill>
              </a:defRPr>
            </a:lvl1pPr>
            <a:lvl2pPr marL="346146" indent="0">
              <a:buNone/>
              <a:defRPr sz="1514">
                <a:solidFill>
                  <a:schemeClr val="tx1">
                    <a:tint val="82000"/>
                  </a:schemeClr>
                </a:solidFill>
              </a:defRPr>
            </a:lvl2pPr>
            <a:lvl3pPr marL="692292" indent="0">
              <a:buNone/>
              <a:defRPr sz="1363">
                <a:solidFill>
                  <a:schemeClr val="tx1">
                    <a:tint val="82000"/>
                  </a:schemeClr>
                </a:solidFill>
              </a:defRPr>
            </a:lvl3pPr>
            <a:lvl4pPr marL="1038438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4pPr>
            <a:lvl5pPr marL="1384584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5pPr>
            <a:lvl6pPr marL="1730731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6pPr>
            <a:lvl7pPr marL="2076877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7pPr>
            <a:lvl8pPr marL="2423023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8pPr>
            <a:lvl9pPr marL="2769169" indent="0">
              <a:buNone/>
              <a:defRPr sz="121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006543-8F5C-CFFE-0D3B-1175ED2B3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295365-E415-3CDB-D6F4-D834FF1A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A50B46-6217-B58F-C666-108754BDD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4255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2CC91-AEE0-E660-E257-D38582007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525F1-21D1-C0AA-337C-0CB9C5F57F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6250" y="1433455"/>
            <a:ext cx="6838633" cy="3416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40C849-EC0D-49C0-AB4A-D8809AA2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46019" y="1433455"/>
            <a:ext cx="6838633" cy="341660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14BCE4-C2C3-7F58-AFF5-723A6006B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3CA449-920E-976F-55C3-E5A44C2CA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95173-69BA-B5FA-1BC9-0082BA30F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603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6D125C-2948-B935-D1BA-A882F3DF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46" y="286692"/>
            <a:ext cx="13878401" cy="10408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64F8AB-D6CE-3A0E-BE42-718CB6A4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8347" y="1320025"/>
            <a:ext cx="6807204" cy="646923"/>
          </a:xfrm>
        </p:spPr>
        <p:txBody>
          <a:bodyPr anchor="b"/>
          <a:lstStyle>
            <a:lvl1pPr marL="0" indent="0">
              <a:buNone/>
              <a:defRPr sz="1817" b="1"/>
            </a:lvl1pPr>
            <a:lvl2pPr marL="346146" indent="0">
              <a:buNone/>
              <a:defRPr sz="1514" b="1"/>
            </a:lvl2pPr>
            <a:lvl3pPr marL="692292" indent="0">
              <a:buNone/>
              <a:defRPr sz="1363" b="1"/>
            </a:lvl3pPr>
            <a:lvl4pPr marL="1038438" indent="0">
              <a:buNone/>
              <a:defRPr sz="1211" b="1"/>
            </a:lvl4pPr>
            <a:lvl5pPr marL="1384584" indent="0">
              <a:buNone/>
              <a:defRPr sz="1211" b="1"/>
            </a:lvl5pPr>
            <a:lvl6pPr marL="1730731" indent="0">
              <a:buNone/>
              <a:defRPr sz="1211" b="1"/>
            </a:lvl6pPr>
            <a:lvl7pPr marL="2076877" indent="0">
              <a:buNone/>
              <a:defRPr sz="1211" b="1"/>
            </a:lvl7pPr>
            <a:lvl8pPr marL="2423023" indent="0">
              <a:buNone/>
              <a:defRPr sz="1211" b="1"/>
            </a:lvl8pPr>
            <a:lvl9pPr marL="2769169" indent="0">
              <a:buNone/>
              <a:defRPr sz="121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429EA0-349C-AF93-F521-655FB8C15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8347" y="1966948"/>
            <a:ext cx="6807204" cy="28930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A44176B-4009-B837-69AD-6F0A948AEE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46018" y="1320025"/>
            <a:ext cx="6840728" cy="646923"/>
          </a:xfrm>
        </p:spPr>
        <p:txBody>
          <a:bodyPr anchor="b"/>
          <a:lstStyle>
            <a:lvl1pPr marL="0" indent="0">
              <a:buNone/>
              <a:defRPr sz="1817" b="1"/>
            </a:lvl1pPr>
            <a:lvl2pPr marL="346146" indent="0">
              <a:buNone/>
              <a:defRPr sz="1514" b="1"/>
            </a:lvl2pPr>
            <a:lvl3pPr marL="692292" indent="0">
              <a:buNone/>
              <a:defRPr sz="1363" b="1"/>
            </a:lvl3pPr>
            <a:lvl4pPr marL="1038438" indent="0">
              <a:buNone/>
              <a:defRPr sz="1211" b="1"/>
            </a:lvl4pPr>
            <a:lvl5pPr marL="1384584" indent="0">
              <a:buNone/>
              <a:defRPr sz="1211" b="1"/>
            </a:lvl5pPr>
            <a:lvl6pPr marL="1730731" indent="0">
              <a:buNone/>
              <a:defRPr sz="1211" b="1"/>
            </a:lvl6pPr>
            <a:lvl7pPr marL="2076877" indent="0">
              <a:buNone/>
              <a:defRPr sz="1211" b="1"/>
            </a:lvl7pPr>
            <a:lvl8pPr marL="2423023" indent="0">
              <a:buNone/>
              <a:defRPr sz="1211" b="1"/>
            </a:lvl8pPr>
            <a:lvl9pPr marL="2769169" indent="0">
              <a:buNone/>
              <a:defRPr sz="121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A6B704F-FB2A-6B60-5F65-ED6B7A01FC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46018" y="1966948"/>
            <a:ext cx="6840728" cy="28930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A7FB34-72EB-1452-D31B-DD6B0B43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5A3400-063E-8503-8BA5-78479CB13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B17A9F8-C504-955A-3BDA-12BA0BA3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57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5C5A6C-2288-F0D5-5FE2-32DC1D2A4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C3CEA8-5E79-CF27-34D7-0B5E4C22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AB16EB-5E59-9654-FF6E-45DBEDEE2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401C07-C278-DC4E-F17C-185CDB466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24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B4FC65-63FE-0B50-41C6-87E71EC4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60E2966-ECC1-C90F-BCEC-84E2BA2FB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85D550-066A-37B2-82C0-112FDF19B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190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1C409C-A863-B360-5FB1-DE3F39625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47" y="358987"/>
            <a:ext cx="5189734" cy="1256454"/>
          </a:xfrm>
        </p:spPr>
        <p:txBody>
          <a:bodyPr anchor="b"/>
          <a:lstStyle>
            <a:lvl1pPr>
              <a:defRPr sz="242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E6C07B-DEC7-339B-5EC9-2BC09E85E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0728" y="775312"/>
            <a:ext cx="8146018" cy="3826698"/>
          </a:xfrm>
        </p:spPr>
        <p:txBody>
          <a:bodyPr/>
          <a:lstStyle>
            <a:lvl1pPr>
              <a:defRPr sz="2423"/>
            </a:lvl1pPr>
            <a:lvl2pPr>
              <a:defRPr sz="2120"/>
            </a:lvl2pPr>
            <a:lvl3pPr>
              <a:defRPr sz="1817"/>
            </a:lvl3pPr>
            <a:lvl4pPr>
              <a:defRPr sz="1514"/>
            </a:lvl4pPr>
            <a:lvl5pPr>
              <a:defRPr sz="1514"/>
            </a:lvl5pPr>
            <a:lvl6pPr>
              <a:defRPr sz="1514"/>
            </a:lvl6pPr>
            <a:lvl7pPr>
              <a:defRPr sz="1514"/>
            </a:lvl7pPr>
            <a:lvl8pPr>
              <a:defRPr sz="1514"/>
            </a:lvl8pPr>
            <a:lvl9pPr>
              <a:defRPr sz="151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4E52FD-B224-6FC7-E727-45F44DABF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8347" y="1615440"/>
            <a:ext cx="5189734" cy="2992802"/>
          </a:xfrm>
        </p:spPr>
        <p:txBody>
          <a:bodyPr/>
          <a:lstStyle>
            <a:lvl1pPr marL="0" indent="0">
              <a:buNone/>
              <a:defRPr sz="1211"/>
            </a:lvl1pPr>
            <a:lvl2pPr marL="346146" indent="0">
              <a:buNone/>
              <a:defRPr sz="1060"/>
            </a:lvl2pPr>
            <a:lvl3pPr marL="692292" indent="0">
              <a:buNone/>
              <a:defRPr sz="909"/>
            </a:lvl3pPr>
            <a:lvl4pPr marL="1038438" indent="0">
              <a:buNone/>
              <a:defRPr sz="757"/>
            </a:lvl4pPr>
            <a:lvl5pPr marL="1384584" indent="0">
              <a:buNone/>
              <a:defRPr sz="757"/>
            </a:lvl5pPr>
            <a:lvl6pPr marL="1730731" indent="0">
              <a:buNone/>
              <a:defRPr sz="757"/>
            </a:lvl6pPr>
            <a:lvl7pPr marL="2076877" indent="0">
              <a:buNone/>
              <a:defRPr sz="757"/>
            </a:lvl7pPr>
            <a:lvl8pPr marL="2423023" indent="0">
              <a:buNone/>
              <a:defRPr sz="757"/>
            </a:lvl8pPr>
            <a:lvl9pPr marL="2769169" indent="0">
              <a:buNone/>
              <a:defRPr sz="7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F800AA-C834-C298-7D68-56927519C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1997D0-66FA-594F-9C19-E2510B590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D6A89B-F3C2-4279-E3B6-D06784BE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8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1907D8-0B7D-C108-CFC7-29C8E5BE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347" y="358987"/>
            <a:ext cx="5189734" cy="1256454"/>
          </a:xfrm>
        </p:spPr>
        <p:txBody>
          <a:bodyPr anchor="b"/>
          <a:lstStyle>
            <a:lvl1pPr>
              <a:defRPr sz="242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B655BF-357A-993F-F881-9300D0FDD6B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6840728" y="775312"/>
            <a:ext cx="8146018" cy="3826698"/>
          </a:xfrm>
        </p:spPr>
        <p:txBody>
          <a:bodyPr/>
          <a:lstStyle>
            <a:lvl1pPr marL="0" indent="0">
              <a:buNone/>
              <a:defRPr sz="2423"/>
            </a:lvl1pPr>
            <a:lvl2pPr marL="346146" indent="0">
              <a:buNone/>
              <a:defRPr sz="2120"/>
            </a:lvl2pPr>
            <a:lvl3pPr marL="692292" indent="0">
              <a:buNone/>
              <a:defRPr sz="1817"/>
            </a:lvl3pPr>
            <a:lvl4pPr marL="1038438" indent="0">
              <a:buNone/>
              <a:defRPr sz="1514"/>
            </a:lvl4pPr>
            <a:lvl5pPr marL="1384584" indent="0">
              <a:buNone/>
              <a:defRPr sz="1514"/>
            </a:lvl5pPr>
            <a:lvl6pPr marL="1730731" indent="0">
              <a:buNone/>
              <a:defRPr sz="1514"/>
            </a:lvl6pPr>
            <a:lvl7pPr marL="2076877" indent="0">
              <a:buNone/>
              <a:defRPr sz="1514"/>
            </a:lvl7pPr>
            <a:lvl8pPr marL="2423023" indent="0">
              <a:buNone/>
              <a:defRPr sz="1514"/>
            </a:lvl8pPr>
            <a:lvl9pPr marL="2769169" indent="0">
              <a:buNone/>
              <a:defRPr sz="1514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EBC8CDA-C560-AEC5-C0EE-E66A6B5AA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8347" y="1615440"/>
            <a:ext cx="5189734" cy="2992802"/>
          </a:xfrm>
        </p:spPr>
        <p:txBody>
          <a:bodyPr/>
          <a:lstStyle>
            <a:lvl1pPr marL="0" indent="0">
              <a:buNone/>
              <a:defRPr sz="1211"/>
            </a:lvl1pPr>
            <a:lvl2pPr marL="346146" indent="0">
              <a:buNone/>
              <a:defRPr sz="1060"/>
            </a:lvl2pPr>
            <a:lvl3pPr marL="692292" indent="0">
              <a:buNone/>
              <a:defRPr sz="909"/>
            </a:lvl3pPr>
            <a:lvl4pPr marL="1038438" indent="0">
              <a:buNone/>
              <a:defRPr sz="757"/>
            </a:lvl4pPr>
            <a:lvl5pPr marL="1384584" indent="0">
              <a:buNone/>
              <a:defRPr sz="757"/>
            </a:lvl5pPr>
            <a:lvl6pPr marL="1730731" indent="0">
              <a:buNone/>
              <a:defRPr sz="757"/>
            </a:lvl6pPr>
            <a:lvl7pPr marL="2076877" indent="0">
              <a:buNone/>
              <a:defRPr sz="757"/>
            </a:lvl7pPr>
            <a:lvl8pPr marL="2423023" indent="0">
              <a:buNone/>
              <a:defRPr sz="757"/>
            </a:lvl8pPr>
            <a:lvl9pPr marL="2769169" indent="0">
              <a:buNone/>
              <a:defRPr sz="75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D1575F-44C4-A7E2-286F-EB80FC2FA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C6A855-108D-5C13-ACC7-D3C9E5D39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79361D-FBA7-59D6-BB5B-5BEE7277A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2006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6FC18-7E80-D498-1F27-D9229409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498044-EAAC-22FB-1817-1E8EAF8B7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C38B4-2D19-D2E9-B830-A68518B89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2B24FB-4706-E81F-51E6-C5B2006F4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58A58E-05D9-C4D7-555D-45C3927E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842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25651EE-B3B1-FC78-91F7-FFDC459E54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515050" y="286692"/>
            <a:ext cx="3469600" cy="456336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1B2EFD-9D99-407C-F080-18769803D9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06250" y="286692"/>
            <a:ext cx="10207665" cy="456336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D51FBF-1B0D-84A9-CE77-A7C474D19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FE27B-950B-41AC-03FC-F7652A52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CB5C7A-42D8-3EDF-21C4-E31B682B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941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F43FD2-461C-F91B-6D03-D692A01E7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250" y="286692"/>
            <a:ext cx="13878401" cy="1040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D76BE7-1904-FD08-E8B4-1AD509C77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6250" y="1433455"/>
            <a:ext cx="13878401" cy="3416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A4FDD0-B47B-932B-3E63-949E9F65B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6250" y="4990912"/>
            <a:ext cx="3620453" cy="286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13384-5748-4C22-9667-007304148291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6BC8C5-408B-B162-0E7A-40F4057080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0111" y="4990912"/>
            <a:ext cx="5430679" cy="286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B42340-D8FF-0AAA-0FE5-E68C47A2A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64199" y="4990912"/>
            <a:ext cx="3620453" cy="286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4C28D-8DD0-4945-A6EB-0A5AD83ECC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19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92292" rtl="0" eaLnBrk="1" latinLnBrk="0" hangingPunct="1">
        <a:lnSpc>
          <a:spcPct val="90000"/>
        </a:lnSpc>
        <a:spcBef>
          <a:spcPct val="0"/>
        </a:spcBef>
        <a:buNone/>
        <a:defRPr sz="33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073" indent="-173073" algn="l" defTabSz="692292" rtl="0" eaLnBrk="1" latinLnBrk="0" hangingPunct="1">
        <a:lnSpc>
          <a:spcPct val="90000"/>
        </a:lnSpc>
        <a:spcBef>
          <a:spcPts val="757"/>
        </a:spcBef>
        <a:buFont typeface="Arial" panose="020B0604020202020204" pitchFamily="34" charset="0"/>
        <a:buChar char="•"/>
        <a:defRPr sz="2120" kern="1200">
          <a:solidFill>
            <a:schemeClr val="tx1"/>
          </a:solidFill>
          <a:latin typeface="+mn-lt"/>
          <a:ea typeface="+mn-ea"/>
          <a:cs typeface="+mn-cs"/>
        </a:defRPr>
      </a:lvl1pPr>
      <a:lvl2pPr marL="519219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817" kern="1200">
          <a:solidFill>
            <a:schemeClr val="tx1"/>
          </a:solidFill>
          <a:latin typeface="+mn-lt"/>
          <a:ea typeface="+mn-ea"/>
          <a:cs typeface="+mn-cs"/>
        </a:defRPr>
      </a:lvl2pPr>
      <a:lvl3pPr marL="865365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514" kern="1200">
          <a:solidFill>
            <a:schemeClr val="tx1"/>
          </a:solidFill>
          <a:latin typeface="+mn-lt"/>
          <a:ea typeface="+mn-ea"/>
          <a:cs typeface="+mn-cs"/>
        </a:defRPr>
      </a:lvl3pPr>
      <a:lvl4pPr marL="1211511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4pPr>
      <a:lvl5pPr marL="1557658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5pPr>
      <a:lvl6pPr marL="1903804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6pPr>
      <a:lvl7pPr marL="2249950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7pPr>
      <a:lvl8pPr marL="2596096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8pPr>
      <a:lvl9pPr marL="2942242" indent="-173073" algn="l" defTabSz="692292" rtl="0" eaLnBrk="1" latinLnBrk="0" hangingPunct="1">
        <a:lnSpc>
          <a:spcPct val="90000"/>
        </a:lnSpc>
        <a:spcBef>
          <a:spcPts val="379"/>
        </a:spcBef>
        <a:buFont typeface="Arial" panose="020B0604020202020204" pitchFamily="34" charset="0"/>
        <a:buChar char="•"/>
        <a:defRPr sz="13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1pPr>
      <a:lvl2pPr marL="346146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2pPr>
      <a:lvl3pPr marL="692292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3pPr>
      <a:lvl4pPr marL="1038438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4pPr>
      <a:lvl5pPr marL="1384584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5pPr>
      <a:lvl6pPr marL="1730731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6pPr>
      <a:lvl7pPr marL="2076877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7pPr>
      <a:lvl8pPr marL="2423023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8pPr>
      <a:lvl9pPr marL="2769169" algn="l" defTabSz="692292" rtl="0" eaLnBrk="1" latinLnBrk="0" hangingPunct="1">
        <a:defRPr sz="13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步骤1到2时序连接线">
            <a:extLst>
              <a:ext uri="{FF2B5EF4-FFF2-40B4-BE49-F238E27FC236}">
                <a16:creationId xmlns:a16="http://schemas.microsoft.com/office/drawing/2014/main" id="{9280D0CE-6480-C143-4819-6AF57CCE5CF0}"/>
              </a:ext>
            </a:extLst>
          </p:cNvPr>
          <p:cNvCxnSpPr/>
          <p:nvPr/>
        </p:nvCxnSpPr>
        <p:spPr>
          <a:xfrm>
            <a:off x="914400" y="1638300"/>
            <a:ext cx="0" cy="88900"/>
          </a:xfrm>
          <a:prstGeom prst="line">
            <a:avLst/>
          </a:prstGeom>
          <a:ln w="10160">
            <a:solidFill>
              <a:srgbClr val="87969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步骤2到3时序连接线">
            <a:extLst>
              <a:ext uri="{FF2B5EF4-FFF2-40B4-BE49-F238E27FC236}">
                <a16:creationId xmlns:a16="http://schemas.microsoft.com/office/drawing/2014/main" id="{A257863A-023C-D4E7-5A0F-53819A64B579}"/>
              </a:ext>
            </a:extLst>
          </p:cNvPr>
          <p:cNvCxnSpPr/>
          <p:nvPr/>
        </p:nvCxnSpPr>
        <p:spPr>
          <a:xfrm>
            <a:off x="914400" y="2451100"/>
            <a:ext cx="0" cy="88900"/>
          </a:xfrm>
          <a:prstGeom prst="line">
            <a:avLst/>
          </a:prstGeom>
          <a:ln w="10160">
            <a:solidFill>
              <a:srgbClr val="87969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步骤3到4时序连接线">
            <a:extLst>
              <a:ext uri="{FF2B5EF4-FFF2-40B4-BE49-F238E27FC236}">
                <a16:creationId xmlns:a16="http://schemas.microsoft.com/office/drawing/2014/main" id="{2EB1CABE-982E-4977-002C-F9F4579E7CC0}"/>
              </a:ext>
            </a:extLst>
          </p:cNvPr>
          <p:cNvCxnSpPr/>
          <p:nvPr/>
        </p:nvCxnSpPr>
        <p:spPr>
          <a:xfrm>
            <a:off x="914400" y="3263900"/>
            <a:ext cx="0" cy="88900"/>
          </a:xfrm>
          <a:prstGeom prst="line">
            <a:avLst/>
          </a:prstGeom>
          <a:ln w="10160">
            <a:solidFill>
              <a:srgbClr val="87969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步骤4到5时序连接线">
            <a:extLst>
              <a:ext uri="{FF2B5EF4-FFF2-40B4-BE49-F238E27FC236}">
                <a16:creationId xmlns:a16="http://schemas.microsoft.com/office/drawing/2014/main" id="{CEA23218-3816-4C36-5F37-5CFC94B21F97}"/>
              </a:ext>
            </a:extLst>
          </p:cNvPr>
          <p:cNvCxnSpPr/>
          <p:nvPr/>
        </p:nvCxnSpPr>
        <p:spPr>
          <a:xfrm>
            <a:off x="914400" y="4076700"/>
            <a:ext cx="0" cy="88900"/>
          </a:xfrm>
          <a:prstGeom prst="line">
            <a:avLst/>
          </a:prstGeom>
          <a:ln w="10160">
            <a:solidFill>
              <a:srgbClr val="87969E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第1步行背景">
            <a:extLst>
              <a:ext uri="{FF2B5EF4-FFF2-40B4-BE49-F238E27FC236}">
                <a16:creationId xmlns:a16="http://schemas.microsoft.com/office/drawing/2014/main" id="{80C31481-5BFC-2F1B-691B-4591C611F577}"/>
              </a:ext>
            </a:extLst>
          </p:cNvPr>
          <p:cNvSpPr/>
          <p:nvPr/>
        </p:nvSpPr>
        <p:spPr>
          <a:xfrm>
            <a:off x="266700" y="901700"/>
            <a:ext cx="15544800" cy="736600"/>
          </a:xfrm>
          <a:prstGeom prst="rect">
            <a:avLst/>
          </a:prstGeom>
          <a:solidFill>
            <a:srgbClr val="F7F7F7"/>
          </a:solidFill>
          <a:ln w="8255">
            <a:solidFill>
              <a:srgbClr val="E5E8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第2步行背景">
            <a:extLst>
              <a:ext uri="{FF2B5EF4-FFF2-40B4-BE49-F238E27FC236}">
                <a16:creationId xmlns:a16="http://schemas.microsoft.com/office/drawing/2014/main" id="{3613BD0F-A885-1566-7DDD-7988D8A53EA3}"/>
              </a:ext>
            </a:extLst>
          </p:cNvPr>
          <p:cNvSpPr/>
          <p:nvPr/>
        </p:nvSpPr>
        <p:spPr>
          <a:xfrm>
            <a:off x="266700" y="1714500"/>
            <a:ext cx="15544800" cy="736600"/>
          </a:xfrm>
          <a:prstGeom prst="rect">
            <a:avLst/>
          </a:prstGeom>
          <a:solidFill>
            <a:srgbClr val="FFFFFF"/>
          </a:solidFill>
          <a:ln w="8255">
            <a:solidFill>
              <a:srgbClr val="E5E8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第3步行背景">
            <a:extLst>
              <a:ext uri="{FF2B5EF4-FFF2-40B4-BE49-F238E27FC236}">
                <a16:creationId xmlns:a16="http://schemas.microsoft.com/office/drawing/2014/main" id="{A25A2F9D-A474-0C9B-C633-B57F3291AE96}"/>
              </a:ext>
            </a:extLst>
          </p:cNvPr>
          <p:cNvSpPr/>
          <p:nvPr/>
        </p:nvSpPr>
        <p:spPr>
          <a:xfrm>
            <a:off x="266700" y="2527300"/>
            <a:ext cx="15544800" cy="736600"/>
          </a:xfrm>
          <a:prstGeom prst="rect">
            <a:avLst/>
          </a:prstGeom>
          <a:solidFill>
            <a:srgbClr val="F7F7F7"/>
          </a:solidFill>
          <a:ln w="8255">
            <a:solidFill>
              <a:srgbClr val="E5E8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第4步行背景">
            <a:extLst>
              <a:ext uri="{FF2B5EF4-FFF2-40B4-BE49-F238E27FC236}">
                <a16:creationId xmlns:a16="http://schemas.microsoft.com/office/drawing/2014/main" id="{C77678B4-147D-166F-8FE3-961C5BD99A0D}"/>
              </a:ext>
            </a:extLst>
          </p:cNvPr>
          <p:cNvSpPr/>
          <p:nvPr/>
        </p:nvSpPr>
        <p:spPr>
          <a:xfrm>
            <a:off x="266700" y="3340100"/>
            <a:ext cx="15544800" cy="736600"/>
          </a:xfrm>
          <a:prstGeom prst="rect">
            <a:avLst/>
          </a:prstGeom>
          <a:solidFill>
            <a:srgbClr val="FFFFFF"/>
          </a:solidFill>
          <a:ln w="8255">
            <a:solidFill>
              <a:srgbClr val="E5E8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第5步行背景">
            <a:extLst>
              <a:ext uri="{FF2B5EF4-FFF2-40B4-BE49-F238E27FC236}">
                <a16:creationId xmlns:a16="http://schemas.microsoft.com/office/drawing/2014/main" id="{4C187A7F-754D-476D-AC9E-7A3F708DA6B8}"/>
              </a:ext>
            </a:extLst>
          </p:cNvPr>
          <p:cNvSpPr/>
          <p:nvPr/>
        </p:nvSpPr>
        <p:spPr>
          <a:xfrm>
            <a:off x="266700" y="4152900"/>
            <a:ext cx="15544800" cy="736600"/>
          </a:xfrm>
          <a:prstGeom prst="rect">
            <a:avLst/>
          </a:prstGeom>
          <a:solidFill>
            <a:srgbClr val="F7F7F7"/>
          </a:solidFill>
          <a:ln w="8255">
            <a:solidFill>
              <a:srgbClr val="E5E8EB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列标题 Step">
            <a:extLst>
              <a:ext uri="{FF2B5EF4-FFF2-40B4-BE49-F238E27FC236}">
                <a16:creationId xmlns:a16="http://schemas.microsoft.com/office/drawing/2014/main" id="{4F1D1098-55CE-1788-1BEF-DEAD07C1C466}"/>
              </a:ext>
            </a:extLst>
          </p:cNvPr>
          <p:cNvSpPr/>
          <p:nvPr/>
        </p:nvSpPr>
        <p:spPr>
          <a:xfrm>
            <a:off x="800100" y="317500"/>
            <a:ext cx="495300" cy="266700"/>
          </a:xfrm>
          <a:prstGeom prst="rect">
            <a:avLst/>
          </a:prstGeom>
          <a:solidFill>
            <a:srgbClr val="37474F"/>
          </a:solidFill>
          <a:ln w="7620">
            <a:solidFill>
              <a:srgbClr val="3747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Step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列标题 节点">
            <a:extLst>
              <a:ext uri="{FF2B5EF4-FFF2-40B4-BE49-F238E27FC236}">
                <a16:creationId xmlns:a16="http://schemas.microsoft.com/office/drawing/2014/main" id="{84C6C58C-B9EE-A705-FE84-C779B562E337}"/>
              </a:ext>
            </a:extLst>
          </p:cNvPr>
          <p:cNvSpPr/>
          <p:nvPr/>
        </p:nvSpPr>
        <p:spPr>
          <a:xfrm>
            <a:off x="2311400" y="317500"/>
            <a:ext cx="533400" cy="266700"/>
          </a:xfrm>
          <a:prstGeom prst="rect">
            <a:avLst/>
          </a:prstGeom>
          <a:solidFill>
            <a:srgbClr val="37474F"/>
          </a:solidFill>
          <a:ln w="7620">
            <a:solidFill>
              <a:srgbClr val="3747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节点</a:t>
            </a:r>
          </a:p>
        </p:txBody>
      </p:sp>
      <p:sp>
        <p:nvSpPr>
          <p:cNvPr id="13" name="列标题 Model">
            <a:extLst>
              <a:ext uri="{FF2B5EF4-FFF2-40B4-BE49-F238E27FC236}">
                <a16:creationId xmlns:a16="http://schemas.microsoft.com/office/drawing/2014/main" id="{0C002CBA-6A79-6992-584D-7DA08323E574}"/>
              </a:ext>
            </a:extLst>
          </p:cNvPr>
          <p:cNvSpPr/>
          <p:nvPr/>
        </p:nvSpPr>
        <p:spPr>
          <a:xfrm>
            <a:off x="4127500" y="317500"/>
            <a:ext cx="622300" cy="266700"/>
          </a:xfrm>
          <a:prstGeom prst="rect">
            <a:avLst/>
          </a:prstGeom>
          <a:solidFill>
            <a:srgbClr val="37474F"/>
          </a:solidFill>
          <a:ln w="7620">
            <a:solidFill>
              <a:srgbClr val="3747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Model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列标题 执行内容">
            <a:extLst>
              <a:ext uri="{FF2B5EF4-FFF2-40B4-BE49-F238E27FC236}">
                <a16:creationId xmlns:a16="http://schemas.microsoft.com/office/drawing/2014/main" id="{08ACE5A0-83EE-DE74-8026-4D051E1C17B5}"/>
              </a:ext>
            </a:extLst>
          </p:cNvPr>
          <p:cNvSpPr/>
          <p:nvPr/>
        </p:nvSpPr>
        <p:spPr>
          <a:xfrm>
            <a:off x="6032500" y="317500"/>
            <a:ext cx="914400" cy="266700"/>
          </a:xfrm>
          <a:prstGeom prst="rect">
            <a:avLst/>
          </a:prstGeom>
          <a:solidFill>
            <a:srgbClr val="37474F"/>
          </a:solidFill>
          <a:ln w="7620">
            <a:solidFill>
              <a:srgbClr val="3747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执行内容</a:t>
            </a:r>
          </a:p>
        </p:txBody>
      </p:sp>
      <p:sp>
        <p:nvSpPr>
          <p:cNvPr id="15" name="列标题 State Record">
            <a:extLst>
              <a:ext uri="{FF2B5EF4-FFF2-40B4-BE49-F238E27FC236}">
                <a16:creationId xmlns:a16="http://schemas.microsoft.com/office/drawing/2014/main" id="{7BB5A27F-F4C4-7F78-1F60-997AF9407EB1}"/>
              </a:ext>
            </a:extLst>
          </p:cNvPr>
          <p:cNvSpPr/>
          <p:nvPr/>
        </p:nvSpPr>
        <p:spPr>
          <a:xfrm>
            <a:off x="12763500" y="317500"/>
            <a:ext cx="1181100" cy="266700"/>
          </a:xfrm>
          <a:prstGeom prst="rect">
            <a:avLst/>
          </a:prstGeom>
          <a:solidFill>
            <a:srgbClr val="37474F"/>
          </a:solidFill>
          <a:ln w="7620">
            <a:solidFill>
              <a:srgbClr val="37474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en-US" altLang="zh-CN" sz="1300" b="1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State Record</a:t>
            </a:r>
            <a:endParaRPr lang="zh-CN" altLang="en-US" sz="1300" b="1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步骤编号1">
            <a:extLst>
              <a:ext uri="{FF2B5EF4-FFF2-40B4-BE49-F238E27FC236}">
                <a16:creationId xmlns:a16="http://schemas.microsoft.com/office/drawing/2014/main" id="{4211B2C3-16D2-32F4-B8AB-D17B7FAFA2C6}"/>
              </a:ext>
            </a:extLst>
          </p:cNvPr>
          <p:cNvSpPr txBox="1"/>
          <p:nvPr/>
        </p:nvSpPr>
        <p:spPr>
          <a:xfrm>
            <a:off x="723900" y="1155700"/>
            <a:ext cx="11381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37474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sz="1600" b="1">
              <a:solidFill>
                <a:srgbClr val="37474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7" name="步骤编号2">
            <a:extLst>
              <a:ext uri="{FF2B5EF4-FFF2-40B4-BE49-F238E27FC236}">
                <a16:creationId xmlns:a16="http://schemas.microsoft.com/office/drawing/2014/main" id="{6088A4AE-D860-9285-AA78-9CD72F70E50E}"/>
              </a:ext>
            </a:extLst>
          </p:cNvPr>
          <p:cNvSpPr txBox="1"/>
          <p:nvPr/>
        </p:nvSpPr>
        <p:spPr>
          <a:xfrm>
            <a:off x="723900" y="1968500"/>
            <a:ext cx="11381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37474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 sz="1600" b="1">
              <a:solidFill>
                <a:srgbClr val="37474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8" name="步骤编号3">
            <a:extLst>
              <a:ext uri="{FF2B5EF4-FFF2-40B4-BE49-F238E27FC236}">
                <a16:creationId xmlns:a16="http://schemas.microsoft.com/office/drawing/2014/main" id="{E15168A5-20FC-05F1-547F-B113857D30DC}"/>
              </a:ext>
            </a:extLst>
          </p:cNvPr>
          <p:cNvSpPr txBox="1"/>
          <p:nvPr/>
        </p:nvSpPr>
        <p:spPr>
          <a:xfrm>
            <a:off x="723900" y="2781300"/>
            <a:ext cx="11381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37474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sz="1600" b="1">
              <a:solidFill>
                <a:srgbClr val="37474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步骤编号4">
            <a:extLst>
              <a:ext uri="{FF2B5EF4-FFF2-40B4-BE49-F238E27FC236}">
                <a16:creationId xmlns:a16="http://schemas.microsoft.com/office/drawing/2014/main" id="{19293E79-5D0D-4CC8-A6CD-F6C7D946EEDE}"/>
              </a:ext>
            </a:extLst>
          </p:cNvPr>
          <p:cNvSpPr txBox="1"/>
          <p:nvPr/>
        </p:nvSpPr>
        <p:spPr>
          <a:xfrm>
            <a:off x="723900" y="3594100"/>
            <a:ext cx="11381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37474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endParaRPr lang="zh-CN" altLang="en-US" sz="1600" b="1">
              <a:solidFill>
                <a:srgbClr val="37474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步骤编号5">
            <a:extLst>
              <a:ext uri="{FF2B5EF4-FFF2-40B4-BE49-F238E27FC236}">
                <a16:creationId xmlns:a16="http://schemas.microsoft.com/office/drawing/2014/main" id="{7171F912-3345-7A93-11B2-8F0EC37B1216}"/>
              </a:ext>
            </a:extLst>
          </p:cNvPr>
          <p:cNvSpPr txBox="1"/>
          <p:nvPr/>
        </p:nvSpPr>
        <p:spPr>
          <a:xfrm>
            <a:off x="723900" y="4406900"/>
            <a:ext cx="113814" cy="24622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1600" b="1">
                <a:solidFill>
                  <a:srgbClr val="37474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</a:t>
            </a:r>
            <a:endParaRPr lang="zh-CN" altLang="en-US" sz="1600" b="1">
              <a:solidFill>
                <a:srgbClr val="37474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步骤1 决策节点">
            <a:extLst>
              <a:ext uri="{FF2B5EF4-FFF2-40B4-BE49-F238E27FC236}">
                <a16:creationId xmlns:a16="http://schemas.microsoft.com/office/drawing/2014/main" id="{51280502-1CF9-D4C7-56EE-895A577A34E0}"/>
              </a:ext>
            </a:extLst>
          </p:cNvPr>
          <p:cNvSpPr/>
          <p:nvPr/>
        </p:nvSpPr>
        <p:spPr>
          <a:xfrm>
            <a:off x="2044700" y="1143000"/>
            <a:ext cx="850900" cy="254000"/>
          </a:xfrm>
          <a:prstGeom prst="rect">
            <a:avLst/>
          </a:prstGeom>
          <a:solidFill>
            <a:srgbClr val="EEF4F8"/>
          </a:solidFill>
          <a:ln w="7620">
            <a:solidFill>
              <a:srgbClr val="D8E6E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17212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决策节点</a:t>
            </a:r>
          </a:p>
        </p:txBody>
      </p:sp>
      <p:sp>
        <p:nvSpPr>
          <p:cNvPr id="22" name="步骤2 工具执行器">
            <a:extLst>
              <a:ext uri="{FF2B5EF4-FFF2-40B4-BE49-F238E27FC236}">
                <a16:creationId xmlns:a16="http://schemas.microsoft.com/office/drawing/2014/main" id="{5E6E25B0-0C27-F749-43C1-41F5274A0D76}"/>
              </a:ext>
            </a:extLst>
          </p:cNvPr>
          <p:cNvSpPr/>
          <p:nvPr/>
        </p:nvSpPr>
        <p:spPr>
          <a:xfrm>
            <a:off x="1841500" y="1955800"/>
            <a:ext cx="1054100" cy="254000"/>
          </a:xfrm>
          <a:prstGeom prst="rect">
            <a:avLst/>
          </a:prstGeom>
          <a:solidFill>
            <a:srgbClr val="E9F4F0"/>
          </a:solidFill>
          <a:ln w="7620">
            <a:solidFill>
              <a:srgbClr val="D4E4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17212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工具执行器</a:t>
            </a:r>
          </a:p>
        </p:txBody>
      </p:sp>
      <p:sp>
        <p:nvSpPr>
          <p:cNvPr id="23" name="步骤2 并行说明">
            <a:extLst>
              <a:ext uri="{FF2B5EF4-FFF2-40B4-BE49-F238E27FC236}">
                <a16:creationId xmlns:a16="http://schemas.microsoft.com/office/drawing/2014/main" id="{B67DB085-6AD0-34C3-1659-1B59DE7F4FB0}"/>
              </a:ext>
            </a:extLst>
          </p:cNvPr>
          <p:cNvSpPr txBox="1"/>
          <p:nvPr/>
        </p:nvSpPr>
        <p:spPr>
          <a:xfrm>
            <a:off x="2984500" y="2159000"/>
            <a:ext cx="564257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168E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（并行）</a:t>
            </a:r>
          </a:p>
        </p:txBody>
      </p:sp>
      <p:sp>
        <p:nvSpPr>
          <p:cNvPr id="24" name="步骤3 决策节点">
            <a:extLst>
              <a:ext uri="{FF2B5EF4-FFF2-40B4-BE49-F238E27FC236}">
                <a16:creationId xmlns:a16="http://schemas.microsoft.com/office/drawing/2014/main" id="{BC2A7D5A-920B-F65B-A123-1CB3C6B2571B}"/>
              </a:ext>
            </a:extLst>
          </p:cNvPr>
          <p:cNvSpPr/>
          <p:nvPr/>
        </p:nvSpPr>
        <p:spPr>
          <a:xfrm>
            <a:off x="2044700" y="2768600"/>
            <a:ext cx="850900" cy="254000"/>
          </a:xfrm>
          <a:prstGeom prst="rect">
            <a:avLst/>
          </a:prstGeom>
          <a:solidFill>
            <a:srgbClr val="EEF4F8"/>
          </a:solidFill>
          <a:ln w="7620">
            <a:solidFill>
              <a:srgbClr val="D8E6E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17212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决策节点</a:t>
            </a:r>
          </a:p>
        </p:txBody>
      </p:sp>
      <p:sp>
        <p:nvSpPr>
          <p:cNvPr id="25" name="步骤4 工具执行器">
            <a:extLst>
              <a:ext uri="{FF2B5EF4-FFF2-40B4-BE49-F238E27FC236}">
                <a16:creationId xmlns:a16="http://schemas.microsoft.com/office/drawing/2014/main" id="{E073EC8F-2BC5-6E2A-B932-D15122CF4852}"/>
              </a:ext>
            </a:extLst>
          </p:cNvPr>
          <p:cNvSpPr/>
          <p:nvPr/>
        </p:nvSpPr>
        <p:spPr>
          <a:xfrm>
            <a:off x="1841500" y="3581400"/>
            <a:ext cx="1054100" cy="254000"/>
          </a:xfrm>
          <a:prstGeom prst="rect">
            <a:avLst/>
          </a:prstGeom>
          <a:solidFill>
            <a:srgbClr val="E9F4F0"/>
          </a:solidFill>
          <a:ln w="7620">
            <a:solidFill>
              <a:srgbClr val="D4E4DE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17212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工具执行器</a:t>
            </a:r>
          </a:p>
        </p:txBody>
      </p:sp>
      <p:sp>
        <p:nvSpPr>
          <p:cNvPr id="26" name="步骤5 冲突检查器">
            <a:extLst>
              <a:ext uri="{FF2B5EF4-FFF2-40B4-BE49-F238E27FC236}">
                <a16:creationId xmlns:a16="http://schemas.microsoft.com/office/drawing/2014/main" id="{C102865E-E4F4-E251-06A1-0EE3DA3C057F}"/>
              </a:ext>
            </a:extLst>
          </p:cNvPr>
          <p:cNvSpPr/>
          <p:nvPr/>
        </p:nvSpPr>
        <p:spPr>
          <a:xfrm>
            <a:off x="1841500" y="4394200"/>
            <a:ext cx="1054100" cy="2540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8100" tIns="12700" rIns="38100" bIns="0" rtlCol="0" anchor="ctr"/>
          <a:lstStyle/>
          <a:p>
            <a:pPr algn="ctr"/>
            <a:r>
              <a:rPr lang="zh-CN" altLang="en-US" sz="1400" b="1">
                <a:solidFill>
                  <a:srgbClr val="172127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冲突检查器</a:t>
            </a:r>
          </a:p>
        </p:txBody>
      </p:sp>
      <p:sp>
        <p:nvSpPr>
          <p:cNvPr id="27" name="步骤1 模型">
            <a:extLst>
              <a:ext uri="{FF2B5EF4-FFF2-40B4-BE49-F238E27FC236}">
                <a16:creationId xmlns:a16="http://schemas.microsoft.com/office/drawing/2014/main" id="{9C36A59E-7AF6-4BAF-2F3F-18887FABB518}"/>
              </a:ext>
            </a:extLst>
          </p:cNvPr>
          <p:cNvSpPr txBox="1"/>
          <p:nvPr/>
        </p:nvSpPr>
        <p:spPr>
          <a:xfrm>
            <a:off x="3797300" y="1193800"/>
            <a:ext cx="742191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Qwen-Max</a:t>
            </a:r>
            <a:endParaRPr lang="zh-CN" altLang="en-US" sz="1200">
              <a:solidFill>
                <a:srgbClr val="11111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8" name="步骤2 主模型">
            <a:extLst>
              <a:ext uri="{FF2B5EF4-FFF2-40B4-BE49-F238E27FC236}">
                <a16:creationId xmlns:a16="http://schemas.microsoft.com/office/drawing/2014/main" id="{9913812A-7F08-F271-2D4A-9CDCACD5EF94}"/>
              </a:ext>
            </a:extLst>
          </p:cNvPr>
          <p:cNvSpPr txBox="1"/>
          <p:nvPr/>
        </p:nvSpPr>
        <p:spPr>
          <a:xfrm>
            <a:off x="3797300" y="1993900"/>
            <a:ext cx="742191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Qwen-Max</a:t>
            </a:r>
            <a:endParaRPr lang="zh-CN" altLang="en-US" sz="1200">
              <a:solidFill>
                <a:srgbClr val="11111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9" name="步骤2 图件模型">
            <a:extLst>
              <a:ext uri="{FF2B5EF4-FFF2-40B4-BE49-F238E27FC236}">
                <a16:creationId xmlns:a16="http://schemas.microsoft.com/office/drawing/2014/main" id="{97A5B192-4AED-87EA-000D-B022EF70A351}"/>
              </a:ext>
            </a:extLst>
          </p:cNvPr>
          <p:cNvSpPr txBox="1"/>
          <p:nvPr/>
        </p:nvSpPr>
        <p:spPr>
          <a:xfrm>
            <a:off x="3797300" y="2197100"/>
            <a:ext cx="836768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5717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qwen-vl-max</a:t>
            </a:r>
            <a:endParaRPr lang="zh-CN" altLang="en-US" sz="1000">
              <a:solidFill>
                <a:srgbClr val="65717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" name="步骤3 无API调用">
            <a:extLst>
              <a:ext uri="{FF2B5EF4-FFF2-40B4-BE49-F238E27FC236}">
                <a16:creationId xmlns:a16="http://schemas.microsoft.com/office/drawing/2014/main" id="{C98C4901-0B9C-D7D7-FFCF-CDF8D92784A0}"/>
              </a:ext>
            </a:extLst>
          </p:cNvPr>
          <p:cNvSpPr txBox="1"/>
          <p:nvPr/>
        </p:nvSpPr>
        <p:spPr>
          <a:xfrm>
            <a:off x="3797300" y="2819400"/>
            <a:ext cx="828304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(no API call)</a:t>
            </a:r>
            <a:endParaRPr lang="zh-CN" altLang="en-US" sz="1200">
              <a:solidFill>
                <a:srgbClr val="11111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1" name="步骤4 融合模型">
            <a:extLst>
              <a:ext uri="{FF2B5EF4-FFF2-40B4-BE49-F238E27FC236}">
                <a16:creationId xmlns:a16="http://schemas.microsoft.com/office/drawing/2014/main" id="{3AEBBA2B-D6CB-7EA0-0C51-BA3083DDC193}"/>
              </a:ext>
            </a:extLst>
          </p:cNvPr>
          <p:cNvSpPr txBox="1"/>
          <p:nvPr/>
        </p:nvSpPr>
        <p:spPr>
          <a:xfrm>
            <a:off x="3619500" y="3619500"/>
            <a:ext cx="1253548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Qwen-Max(fusion)</a:t>
            </a:r>
            <a:endParaRPr lang="zh-CN" altLang="en-US" sz="1200">
              <a:solidFill>
                <a:srgbClr val="11111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2" name="步骤4 空间计算智能体">
            <a:extLst>
              <a:ext uri="{FF2B5EF4-FFF2-40B4-BE49-F238E27FC236}">
                <a16:creationId xmlns:a16="http://schemas.microsoft.com/office/drawing/2014/main" id="{B01CAC0C-F58D-4303-927D-55337772C70B}"/>
              </a:ext>
            </a:extLst>
          </p:cNvPr>
          <p:cNvSpPr txBox="1"/>
          <p:nvPr/>
        </p:nvSpPr>
        <p:spPr>
          <a:xfrm>
            <a:off x="3784600" y="3822700"/>
            <a:ext cx="854401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>
                <a:solidFill>
                  <a:srgbClr val="65717A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GempyAgent</a:t>
            </a:r>
            <a:endParaRPr lang="zh-CN" altLang="en-US" sz="1000">
              <a:solidFill>
                <a:srgbClr val="65717A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步骤5 规则引擎">
            <a:extLst>
              <a:ext uri="{FF2B5EF4-FFF2-40B4-BE49-F238E27FC236}">
                <a16:creationId xmlns:a16="http://schemas.microsoft.com/office/drawing/2014/main" id="{70DB8E84-E79C-B9E4-48AD-5CA5DD6E995B}"/>
              </a:ext>
            </a:extLst>
          </p:cNvPr>
          <p:cNvSpPr txBox="1"/>
          <p:nvPr/>
        </p:nvSpPr>
        <p:spPr>
          <a:xfrm>
            <a:off x="3797300" y="4445000"/>
            <a:ext cx="859210" cy="1846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(rule engine)</a:t>
            </a:r>
            <a:endParaRPr lang="zh-CN" altLang="en-US" sz="1200">
              <a:solidFill>
                <a:srgbClr val="11111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4" name="步骤1 执行内容">
            <a:extLst>
              <a:ext uri="{FF2B5EF4-FFF2-40B4-BE49-F238E27FC236}">
                <a16:creationId xmlns:a16="http://schemas.microsoft.com/office/drawing/2014/main" id="{4B9684EE-B04B-7D7A-6340-A5B95E320A47}"/>
              </a:ext>
            </a:extLst>
          </p:cNvPr>
          <p:cNvSpPr txBox="1"/>
          <p:nvPr/>
        </p:nvSpPr>
        <p:spPr>
          <a:xfrm>
            <a:off x="6045200" y="1193800"/>
            <a:ext cx="3500958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语义解析：识别全模态输入，规划两步处理流程</a:t>
            </a:r>
          </a:p>
        </p:txBody>
      </p:sp>
      <p:sp>
        <p:nvSpPr>
          <p:cNvPr id="35" name="步骤2 执行内容">
            <a:extLst>
              <a:ext uri="{FF2B5EF4-FFF2-40B4-BE49-F238E27FC236}">
                <a16:creationId xmlns:a16="http://schemas.microsoft.com/office/drawing/2014/main" id="{BE88336A-544E-3F39-E963-7A5B3F5FF2B3}"/>
              </a:ext>
            </a:extLst>
          </p:cNvPr>
          <p:cNvSpPr txBox="1"/>
          <p:nvPr/>
        </p:nvSpPr>
        <p:spPr>
          <a:xfrm>
            <a:off x="6045200" y="2006600"/>
            <a:ext cx="5575244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并行执行：文本（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31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个地层，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41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个剖面）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+ 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图件（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82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个图例，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5129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个区域）</a:t>
            </a:r>
          </a:p>
        </p:txBody>
      </p:sp>
      <p:sp>
        <p:nvSpPr>
          <p:cNvPr id="36" name="步骤3 执行内容">
            <a:extLst>
              <a:ext uri="{FF2B5EF4-FFF2-40B4-BE49-F238E27FC236}">
                <a16:creationId xmlns:a16="http://schemas.microsoft.com/office/drawing/2014/main" id="{EC016A08-8B11-9C41-04EE-4932603E9C38}"/>
              </a:ext>
            </a:extLst>
          </p:cNvPr>
          <p:cNvSpPr txBox="1"/>
          <p:nvPr/>
        </p:nvSpPr>
        <p:spPr>
          <a:xfrm>
            <a:off x="6045200" y="2819400"/>
            <a:ext cx="3500958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状态检查：已完成文本与图件处理，转入流水线</a:t>
            </a:r>
          </a:p>
        </p:txBody>
      </p:sp>
      <p:sp>
        <p:nvSpPr>
          <p:cNvPr id="37" name="步骤4 执行内容">
            <a:extLst>
              <a:ext uri="{FF2B5EF4-FFF2-40B4-BE49-F238E27FC236}">
                <a16:creationId xmlns:a16="http://schemas.microsoft.com/office/drawing/2014/main" id="{915AF1D0-918E-7704-2ABF-2FD431BFE5F6}"/>
              </a:ext>
            </a:extLst>
          </p:cNvPr>
          <p:cNvSpPr txBox="1"/>
          <p:nvPr/>
        </p:nvSpPr>
        <p:spPr>
          <a:xfrm>
            <a:off x="6045200" y="3632200"/>
            <a:ext cx="3954609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生成融合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CSV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，随后进行空间计算（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202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条钻孔记录）</a:t>
            </a:r>
          </a:p>
        </p:txBody>
      </p:sp>
      <p:sp>
        <p:nvSpPr>
          <p:cNvPr id="38" name="步骤5 执行内容">
            <a:extLst>
              <a:ext uri="{FF2B5EF4-FFF2-40B4-BE49-F238E27FC236}">
                <a16:creationId xmlns:a16="http://schemas.microsoft.com/office/drawing/2014/main" id="{820C6E2C-5F60-1019-13C9-134DE4805883}"/>
              </a:ext>
            </a:extLst>
          </p:cNvPr>
          <p:cNvSpPr txBox="1"/>
          <p:nvPr/>
        </p:nvSpPr>
        <p:spPr>
          <a:xfrm>
            <a:off x="6045200" y="4445000"/>
            <a:ext cx="3872855" cy="20005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四维检查：文本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项与图件</a:t>
            </a:r>
            <a:r>
              <a:rPr lang="en-US" altLang="zh-CN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12</a:t>
            </a:r>
            <a:r>
              <a:rPr lang="zh-CN" altLang="en-US" sz="130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项，无冲突，检查通过</a:t>
            </a:r>
          </a:p>
        </p:txBody>
      </p:sp>
      <p:sp>
        <p:nvSpPr>
          <p:cNvPr id="39" name="步骤1 状态记录">
            <a:extLst>
              <a:ext uri="{FF2B5EF4-FFF2-40B4-BE49-F238E27FC236}">
                <a16:creationId xmlns:a16="http://schemas.microsoft.com/office/drawing/2014/main" id="{A93760E6-94FA-5A7F-6E91-D88E6A691C9A}"/>
              </a:ext>
            </a:extLst>
          </p:cNvPr>
          <p:cNvSpPr/>
          <p:nvPr/>
        </p:nvSpPr>
        <p:spPr>
          <a:xfrm>
            <a:off x="12763500" y="1168400"/>
            <a:ext cx="1600200" cy="2159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12700" rIns="38100" bIns="0" rtlCol="0" anchor="ctr"/>
          <a:lstStyle/>
          <a:p>
            <a:r>
              <a:rPr lang="en-US" altLang="zh-CN" sz="100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completed_tools = []</a:t>
            </a:r>
            <a:endParaRPr lang="zh-CN" altLang="en-US" sz="1000">
              <a:solidFill>
                <a:srgbClr val="11111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0" name="步骤2 状态记录">
            <a:extLst>
              <a:ext uri="{FF2B5EF4-FFF2-40B4-BE49-F238E27FC236}">
                <a16:creationId xmlns:a16="http://schemas.microsoft.com/office/drawing/2014/main" id="{E1F137BB-E2FF-423B-B1AD-B16BE73F1D53}"/>
              </a:ext>
            </a:extLst>
          </p:cNvPr>
          <p:cNvSpPr/>
          <p:nvPr/>
        </p:nvSpPr>
        <p:spPr>
          <a:xfrm>
            <a:off x="12763500" y="1917700"/>
            <a:ext cx="1993900" cy="3683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12700" rIns="38100" bIns="0" rtlCol="0" anchor="ctr"/>
          <a:lstStyle/>
          <a:p>
            <a:r>
              <a:rPr lang="en-US" altLang="zh-CN" sz="1000" dirty="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 </a:t>
            </a:r>
            <a:r>
              <a:rPr lang="en-US" altLang="zh-CN" sz="1000" dirty="0" err="1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extract_text_info_tool</a:t>
            </a:r>
            <a:r>
              <a:rPr lang="en-US" altLang="zh-CN" sz="1000" dirty="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
+ </a:t>
            </a:r>
            <a:r>
              <a:rPr lang="en-US" altLang="zh-CN" sz="1000" dirty="0" err="1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analyze_image_tool</a:t>
            </a:r>
            <a:endParaRPr lang="zh-CN" altLang="en-US" sz="1000" dirty="0">
              <a:solidFill>
                <a:srgbClr val="11111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1" name="步骤3 状态记录">
            <a:extLst>
              <a:ext uri="{FF2B5EF4-FFF2-40B4-BE49-F238E27FC236}">
                <a16:creationId xmlns:a16="http://schemas.microsoft.com/office/drawing/2014/main" id="{69E96B2B-20BA-5425-F978-55C3CC674304}"/>
              </a:ext>
            </a:extLst>
          </p:cNvPr>
          <p:cNvSpPr/>
          <p:nvPr/>
        </p:nvSpPr>
        <p:spPr>
          <a:xfrm>
            <a:off x="12763500" y="2794000"/>
            <a:ext cx="927100" cy="2159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12700" rIns="38100" bIns="0" rtlCol="0" anchor="ctr"/>
          <a:lstStyle/>
          <a:p>
            <a:r>
              <a:rPr lang="en-US" altLang="zh-CN" sz="100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(unchanged)</a:t>
            </a:r>
            <a:endParaRPr lang="zh-CN" altLang="en-US" sz="1000">
              <a:solidFill>
                <a:srgbClr val="11111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2" name="步骤4 状态记录">
            <a:extLst>
              <a:ext uri="{FF2B5EF4-FFF2-40B4-BE49-F238E27FC236}">
                <a16:creationId xmlns:a16="http://schemas.microsoft.com/office/drawing/2014/main" id="{291A2ACD-2F5D-303A-0E10-00D8AB88F17B}"/>
              </a:ext>
            </a:extLst>
          </p:cNvPr>
          <p:cNvSpPr/>
          <p:nvPr/>
        </p:nvSpPr>
        <p:spPr>
          <a:xfrm>
            <a:off x="12763500" y="3606800"/>
            <a:ext cx="1917700" cy="2159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12700" rIns="38100" bIns="0" rtlCol="0" anchor="ctr"/>
          <a:lstStyle/>
          <a:p>
            <a:r>
              <a:rPr lang="en-US" altLang="zh-CN" sz="100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+ auto_borehole_pipeline</a:t>
            </a:r>
            <a:endParaRPr lang="zh-CN" altLang="en-US" sz="1000">
              <a:solidFill>
                <a:srgbClr val="11111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3" name="步骤5 状态记录">
            <a:extLst>
              <a:ext uri="{FF2B5EF4-FFF2-40B4-BE49-F238E27FC236}">
                <a16:creationId xmlns:a16="http://schemas.microsoft.com/office/drawing/2014/main" id="{66902CD6-D36C-BEB5-8D7B-5DA336E64FAC}"/>
              </a:ext>
            </a:extLst>
          </p:cNvPr>
          <p:cNvSpPr/>
          <p:nvPr/>
        </p:nvSpPr>
        <p:spPr>
          <a:xfrm>
            <a:off x="12763500" y="4356100"/>
            <a:ext cx="1752600" cy="368300"/>
          </a:xfrm>
          <a:prstGeom prst="rect">
            <a:avLst/>
          </a:prstGeom>
          <a:solidFill>
            <a:srgbClr val="FFF5DC"/>
          </a:solidFill>
          <a:ln w="7620">
            <a:solidFill>
              <a:srgbClr val="F9E7B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0800" tIns="12700" rIns="38100" bIns="0" rtlCol="0" anchor="ctr"/>
          <a:lstStyle/>
          <a:p>
            <a:r>
              <a:rPr lang="en-US" altLang="zh-CN" sz="1000">
                <a:solidFill>
                  <a:srgbClr val="11111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has_conflicts = False
confidence = 0.78</a:t>
            </a:r>
            <a:endParaRPr lang="zh-CN" altLang="en-US" sz="1000">
              <a:solidFill>
                <a:srgbClr val="111111"/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sp>
        <p:nvSpPr>
          <p:cNvPr id="44" name="图下注释">
            <a:extLst>
              <a:ext uri="{FF2B5EF4-FFF2-40B4-BE49-F238E27FC236}">
                <a16:creationId xmlns:a16="http://schemas.microsoft.com/office/drawing/2014/main" id="{50FC8CF9-EC9F-1E9B-C132-0F346B187552}"/>
              </a:ext>
            </a:extLst>
          </p:cNvPr>
          <p:cNvSpPr txBox="1"/>
          <p:nvPr/>
        </p:nvSpPr>
        <p:spPr>
          <a:xfrm>
            <a:off x="457200" y="5041900"/>
            <a:ext cx="6775894" cy="1692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100">
                <a:solidFill>
                  <a:srgbClr val="92979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Step 3: state-check only, no LLM call.  Step 2: text &amp; image agents run concurrently via ThreadPoolExecutor.</a:t>
            </a:r>
            <a:endParaRPr lang="zh-CN" altLang="en-US" sz="1100">
              <a:solidFill>
                <a:srgbClr val="92979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5117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自定义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Consolas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啸天 张</dc:creator>
  <cp:lastModifiedBy>啸天 张</cp:lastModifiedBy>
  <cp:revision>2</cp:revision>
  <dcterms:created xsi:type="dcterms:W3CDTF">2026-10-25T03:35:48Z</dcterms:created>
  <dcterms:modified xsi:type="dcterms:W3CDTF">2026-10-25T03:38:35Z</dcterms:modified>
</cp:coreProperties>
</file>