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711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80D70-BB1F-41D0-BC7C-AFEF060BD98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84225" y="1143000"/>
            <a:ext cx="528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72EDB-A26E-448D-9327-2BE9D79F0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47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6 </a:t>
            </a:r>
            <a:r>
              <a:rPr lang="zh-CN" altLang="en-US"/>
              <a:t>实验图件与局部研究区的空间位置：</a:t>
            </a:r>
            <a:r>
              <a:rPr lang="en-US" altLang="zh-CN"/>
              <a:t>(a)</a:t>
            </a:r>
            <a:r>
              <a:rPr lang="zh-CN" altLang="en-US"/>
              <a:t>杭州幅在浙江省的位置；</a:t>
            </a:r>
            <a:r>
              <a:rPr lang="en-US" altLang="zh-CN"/>
              <a:t>(b)</a:t>
            </a:r>
            <a:r>
              <a:rPr lang="zh-CN" altLang="en-US"/>
              <a:t>杭州幅覆盖范围与局部研究区经纬度包络框。
本页为全矢量可编辑定位示意图。所有省界轮廓、坐标标签、图例、范围框、指北针和比例尺均为</a:t>
            </a:r>
            <a:r>
              <a:rPr lang="en-US" altLang="zh-CN"/>
              <a:t>PowerPoint</a:t>
            </a:r>
            <a:r>
              <a:rPr lang="zh-CN" altLang="en-US"/>
              <a:t>原生形状或文本。
研究区坐标依据用户论文：</a:t>
            </a:r>
            <a:r>
              <a:rPr lang="en-US" altLang="zh-CN"/>
              <a:t>120.16229882—120.24444023 E</a:t>
            </a:r>
            <a:r>
              <a:rPr lang="zh-CN" altLang="en-US"/>
              <a:t>，</a:t>
            </a:r>
            <a:r>
              <a:rPr lang="en-US" altLang="zh-CN"/>
              <a:t>30.35324517—30.41457209 N</a:t>
            </a:r>
            <a:r>
              <a:rPr lang="zh-CN" altLang="en-US"/>
              <a:t>。
杭州幅覆盖范围依据原图</a:t>
            </a:r>
            <a:r>
              <a:rPr lang="en-US" altLang="zh-CN"/>
              <a:t>6</a:t>
            </a:r>
            <a:r>
              <a:rPr lang="zh-CN" altLang="en-US"/>
              <a:t>的坐标框：</a:t>
            </a:r>
            <a:r>
              <a:rPr lang="en-US" altLang="zh-CN"/>
              <a:t>120—121 E</a:t>
            </a:r>
            <a:r>
              <a:rPr lang="zh-CN" altLang="en-US"/>
              <a:t>，</a:t>
            </a:r>
            <a:r>
              <a:rPr lang="en-US" altLang="zh-CN"/>
              <a:t>30—30°40′ N</a:t>
            </a:r>
            <a:r>
              <a:rPr lang="zh-CN" altLang="en-US"/>
              <a:t>；该范围沿用原图的近似定位表达，未独立核验图幅四至。
浙江省轮廓来源：</a:t>
            </a:r>
            <a:r>
              <a:rPr lang="en-US" altLang="zh-CN"/>
              <a:t>https://geo.datav.aliyun.com/areas_v3/bound/330000.json </a:t>
            </a:r>
            <a:r>
              <a:rPr lang="zh-CN" altLang="en-US"/>
              <a:t>，访问日期</a:t>
            </a:r>
            <a:r>
              <a:rPr lang="en-US" altLang="zh-CN"/>
              <a:t>2026-10-25</a:t>
            </a:r>
            <a:r>
              <a:rPr lang="zh-CN" altLang="en-US"/>
              <a:t>。仅作概化定位示意，不用于测绘或行政边界认定；未将该轮廓作为研究区</a:t>
            </a:r>
            <a:r>
              <a:rPr lang="en-US" altLang="zh-CN"/>
              <a:t>WGS84</a:t>
            </a:r>
            <a:r>
              <a:rPr lang="zh-CN" altLang="en-US"/>
              <a:t>精确配准依据。
比例尺按当地平均纬度近似计算。右图仅展示空间位置，不表达地质单元和岩性。
原图底图注明杭州幅</a:t>
            </a:r>
            <a:r>
              <a:rPr lang="en-US" altLang="zh-CN"/>
              <a:t>1:200000</a:t>
            </a:r>
            <a:r>
              <a:rPr lang="zh-CN" altLang="en-US"/>
              <a:t>，正文注明</a:t>
            </a:r>
            <a:r>
              <a:rPr lang="en-US" altLang="zh-CN"/>
              <a:t>1:50000</a:t>
            </a:r>
            <a:r>
              <a:rPr lang="zh-CN" altLang="en-US"/>
              <a:t>，两者不一致，需要作者核实。因此本页不标称源图比例尺。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72EDB-A26E-448D-9327-2BE9D79F0CD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724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本页保留用户</a:t>
            </a:r>
            <a:r>
              <a:rPr lang="en-US" altLang="zh-CN"/>
              <a:t>DOCX</a:t>
            </a:r>
            <a:r>
              <a:rPr lang="zh-CN" altLang="en-US"/>
              <a:t>中的原始图</a:t>
            </a:r>
            <a:r>
              <a:rPr lang="en-US" altLang="zh-CN"/>
              <a:t>6</a:t>
            </a:r>
            <a:r>
              <a:rPr lang="zh-CN" altLang="en-US"/>
              <a:t>作为参考，为嵌入位图。请使用第</a:t>
            </a:r>
            <a:r>
              <a:rPr lang="en-US" altLang="zh-CN"/>
              <a:t>1</a:t>
            </a:r>
            <a:r>
              <a:rPr lang="zh-CN" altLang="en-US"/>
              <a:t>页的原生矢量定位图进行编辑。原图来源：论文</a:t>
            </a:r>
            <a:r>
              <a:rPr lang="en-US" altLang="zh-CN"/>
              <a:t>-1022-updated-</a:t>
            </a:r>
            <a:r>
              <a:rPr lang="zh-CN" altLang="en-US"/>
              <a:t>中文版本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word/media/image6.png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72EDB-A26E-448D-9327-2BE9D79F0CD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9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D17EE-7978-A622-FDD5-7A36A66BC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3932"/>
            <a:ext cx="9144000" cy="247603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02A607-92FB-A7A1-C3C9-790796C78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5447"/>
            <a:ext cx="9144000" cy="17170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0D790-0BEF-836A-082E-14AB8A54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584C4E-69A0-BB03-7973-284671D2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25A5E-2C9C-6971-E7FB-26FA5B40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88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DDC02-18BB-4228-571E-281C1288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E4437-ADE6-E847-6570-D39B1349F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013BF-DA88-71C1-0A0F-1A2E8775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84340-6564-CCAC-2237-FC62D57F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79D1F-7F5F-C455-5572-B26FAE20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2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1DA0-5BB0-6462-E223-0660B0808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73062"/>
            <a:ext cx="10515600" cy="295839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86EBB-02E6-FBC0-EAB7-70CE70426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9444"/>
            <a:ext cx="10515600" cy="15557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439FD2-8BB9-0621-2618-E90527D6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754C25-FBB0-FCB2-1E3F-BEC82796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7246FB-6957-4306-A652-2C83EB2B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9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DCDFB-858E-9330-54A2-2D39458F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EF7FA2-7C70-4207-D2F9-584DA89C9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93241"/>
            <a:ext cx="5181600" cy="45124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0517FE-F320-BC17-BA3B-36E5EAC60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93241"/>
            <a:ext cx="5181600" cy="45124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CE786A-AC46-A4E2-A95A-7925D681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C9B211-92C6-E8BF-706D-605B6C8C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3C8F28-0694-8391-7F41-FD1A15D3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6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2DDAE-F2EF-459B-B72E-122DDD65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8649"/>
            <a:ext cx="10515600" cy="13746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CCB2C-EC67-4231-1B4C-82CBBFB77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743428"/>
            <a:ext cx="5157787" cy="85442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B66F33-B13C-F49F-4E95-1F8741321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97856"/>
            <a:ext cx="5157787" cy="38210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B9AB39-D346-1731-3F82-51792ABB7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43428"/>
            <a:ext cx="5183188" cy="85442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5689E1-623D-C723-9F1A-11C8D3F40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7856"/>
            <a:ext cx="5183188" cy="38210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7CA108-659B-9F1E-41CD-A69A3CC6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A82CFC-CC1A-5BD4-5A69-299FF7AE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64A239-B1A0-1E57-7C5D-0CE25F70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65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89D97-608B-4BF4-CFA6-A17192FB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ABAE45-F83C-0100-DC2F-5A6A1971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DCBB2C-45CE-EFCB-6432-20A9ADAE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FD41F3-D0DD-C847-5516-4B2B2045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04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0EBB99-FD19-9656-2E3C-C4589AA8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0F299F-9849-8F02-F4C9-74A1DA41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A1293F-8C1B-3857-209D-484A2580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51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208AD-D5FA-C4F7-3219-B26267D5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74133"/>
            <a:ext cx="3932237" cy="16594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4D09E-A422-86D8-3FB7-AB56AFBB2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23997"/>
            <a:ext cx="6172200" cy="50541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DC4900-DFC7-094F-F973-FF089251C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133600"/>
            <a:ext cx="3932237" cy="39527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7C7ECE-E0F6-E2CB-0B67-87C66F46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863C3B-1CCC-0098-F174-68D1379A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3E49D4-D408-5FED-6852-168043E6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1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72AB9-3347-4485-05C2-C504CC99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74133"/>
            <a:ext cx="3932237" cy="16594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F27DB7-4741-07FC-8608-4A3CD3989E7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23997"/>
            <a:ext cx="6172200" cy="50541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2B37C6-203A-6CFB-CAAA-7F3CED151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133600"/>
            <a:ext cx="3932237" cy="39527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01DFAF-EAB4-FBE4-D73D-9EA9255C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FEAC78-418C-EE7C-822A-DEC2E1E6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9C6D09-6DBA-BCDF-5F9F-60030F1B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94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8506D-9A35-34D8-B0EC-9C3F2686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91D913-B203-CFD9-ECCA-59039D589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4DDF2-5D81-DE40-B8DB-6E72BE7D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8A3954-9E45-CF8B-253C-8132CBDF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2DE2A-6438-3914-3933-446F598F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19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B4323A-48FE-FBC2-C39D-030C99185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78648"/>
            <a:ext cx="2628900" cy="602709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020E34-F42E-5139-FB24-B9993AD75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78648"/>
            <a:ext cx="7734300" cy="602709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31657-1714-8485-54C2-D32F8D76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FABF94-CDC0-7309-108B-BA507D09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65709-D14C-64CA-7981-C2383FB6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67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BD2F20-0E67-748C-F344-6F84B5E2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49"/>
            <a:ext cx="10515600" cy="137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E9B50B-F230-6041-A173-3A80827CC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93241"/>
            <a:ext cx="10515600" cy="4512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A7D21-FD1C-C12B-F9DC-B53AE0D3E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91771"/>
            <a:ext cx="27432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82584-FFB8-4E85-AD82-6EC0915FC82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C034C-D665-17DA-E7AB-3DEBCA6F4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91771"/>
            <a:ext cx="41148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BC152-ED81-4BC3-1121-D0721F56C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91771"/>
            <a:ext cx="27432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8BB2B-C5DA-4A3A-81A9-B9AF1858C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97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分图a标题">
            <a:extLst>
              <a:ext uri="{FF2B5EF4-FFF2-40B4-BE49-F238E27FC236}">
                <a16:creationId xmlns:a16="http://schemas.microsoft.com/office/drawing/2014/main" id="{6123FCF2-ECAB-B626-8B76-BE05A82DC86D}"/>
              </a:ext>
            </a:extLst>
          </p:cNvPr>
          <p:cNvSpPr txBox="1"/>
          <p:nvPr/>
        </p:nvSpPr>
        <p:spPr>
          <a:xfrm>
            <a:off x="482600" y="190500"/>
            <a:ext cx="2654573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pt-BR" altLang="zh-CN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(a) </a:t>
            </a:r>
            <a:r>
              <a:rPr lang="zh-CN" altLang="pt-BR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杭州幅在浙江省的位置</a:t>
            </a:r>
            <a:endParaRPr lang="zh-CN" altLang="en-US" b="1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分图b标题">
            <a:extLst>
              <a:ext uri="{FF2B5EF4-FFF2-40B4-BE49-F238E27FC236}">
                <a16:creationId xmlns:a16="http://schemas.microsoft.com/office/drawing/2014/main" id="{AF9ABE46-70B1-E2FB-EA11-B1DB6F38807D}"/>
              </a:ext>
            </a:extLst>
          </p:cNvPr>
          <p:cNvSpPr txBox="1"/>
          <p:nvPr/>
        </p:nvSpPr>
        <p:spPr>
          <a:xfrm>
            <a:off x="6096000" y="190500"/>
            <a:ext cx="333104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(b) </a:t>
            </a:r>
            <a:r>
              <a:rPr lang="zh-CN" altLang="en-US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杭州幅覆盖范围与局部研究区</a:t>
            </a:r>
          </a:p>
        </p:txBody>
      </p:sp>
      <p:sp>
        <p:nvSpPr>
          <p:cNvPr id="4" name="a 定位图背景">
            <a:extLst>
              <a:ext uri="{FF2B5EF4-FFF2-40B4-BE49-F238E27FC236}">
                <a16:creationId xmlns:a16="http://schemas.microsoft.com/office/drawing/2014/main" id="{3DF4C074-EDBD-AFFF-070C-3E8650B164C1}"/>
              </a:ext>
            </a:extLst>
          </p:cNvPr>
          <p:cNvSpPr/>
          <p:nvPr/>
        </p:nvSpPr>
        <p:spPr>
          <a:xfrm>
            <a:off x="495300" y="736600"/>
            <a:ext cx="4521200" cy="4902200"/>
          </a:xfrm>
          <a:prstGeom prst="rect">
            <a:avLst/>
          </a:prstGeom>
          <a:solidFill>
            <a:srgbClr val="F2F7FA"/>
          </a:solidFill>
          <a:ln w="8890">
            <a:solidFill>
              <a:srgbClr val="919BA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浙江省轮廓 1 可编辑顶点">
            <a:extLst>
              <a:ext uri="{FF2B5EF4-FFF2-40B4-BE49-F238E27FC236}">
                <a16:creationId xmlns:a16="http://schemas.microsoft.com/office/drawing/2014/main" id="{C02C5B8E-88C6-79CC-E3C5-DEF43989C162}"/>
              </a:ext>
            </a:extLst>
          </p:cNvPr>
          <p:cNvSpPr/>
          <p:nvPr/>
        </p:nvSpPr>
        <p:spPr>
          <a:xfrm>
            <a:off x="773057" y="1350395"/>
            <a:ext cx="3203760" cy="3616507"/>
          </a:xfrm>
          <a:custGeom>
            <a:avLst/>
            <a:gdLst/>
            <a:ahLst/>
            <a:cxnLst/>
            <a:rect l="0" t="0" r="0" b="0"/>
            <a:pathLst>
              <a:path w="3203760" h="3616507">
                <a:moveTo>
                  <a:pt x="246499" y="1523587"/>
                </a:moveTo>
                <a:lnTo>
                  <a:pt x="230521" y="1504589"/>
                </a:lnTo>
                <a:lnTo>
                  <a:pt x="219715" y="1505400"/>
                </a:lnTo>
                <a:lnTo>
                  <a:pt x="216650" y="1520230"/>
                </a:lnTo>
                <a:lnTo>
                  <a:pt x="223930" y="1546058"/>
                </a:lnTo>
                <a:lnTo>
                  <a:pt x="224045" y="1571082"/>
                </a:lnTo>
                <a:lnTo>
                  <a:pt x="204771" y="1573408"/>
                </a:lnTo>
                <a:lnTo>
                  <a:pt x="200709" y="1567391"/>
                </a:lnTo>
                <a:lnTo>
                  <a:pt x="194081" y="1570381"/>
                </a:lnTo>
                <a:lnTo>
                  <a:pt x="186417" y="1566358"/>
                </a:lnTo>
                <a:lnTo>
                  <a:pt x="176991" y="1567870"/>
                </a:lnTo>
                <a:lnTo>
                  <a:pt x="171396" y="1563257"/>
                </a:lnTo>
                <a:lnTo>
                  <a:pt x="159287" y="1569901"/>
                </a:lnTo>
                <a:lnTo>
                  <a:pt x="147716" y="1573076"/>
                </a:lnTo>
                <a:lnTo>
                  <a:pt x="136948" y="1595412"/>
                </a:lnTo>
                <a:lnTo>
                  <a:pt x="128212" y="1595522"/>
                </a:lnTo>
                <a:lnTo>
                  <a:pt x="129208" y="1601800"/>
                </a:lnTo>
                <a:lnTo>
                  <a:pt x="140474" y="1611401"/>
                </a:lnTo>
                <a:lnTo>
                  <a:pt x="136757" y="1620043"/>
                </a:lnTo>
                <a:lnTo>
                  <a:pt x="140397" y="1626765"/>
                </a:lnTo>
                <a:lnTo>
                  <a:pt x="139707" y="1638180"/>
                </a:lnTo>
                <a:lnTo>
                  <a:pt x="120625" y="1651922"/>
                </a:lnTo>
                <a:lnTo>
                  <a:pt x="117866" y="1661603"/>
                </a:lnTo>
                <a:lnTo>
                  <a:pt x="107597" y="1668328"/>
                </a:lnTo>
                <a:lnTo>
                  <a:pt x="114993" y="1675460"/>
                </a:lnTo>
                <a:lnTo>
                  <a:pt x="115414" y="1683073"/>
                </a:lnTo>
                <a:lnTo>
                  <a:pt x="109781" y="1682889"/>
                </a:lnTo>
                <a:lnTo>
                  <a:pt x="96944" y="1693016"/>
                </a:lnTo>
                <a:lnTo>
                  <a:pt x="83878" y="1695160"/>
                </a:lnTo>
                <a:lnTo>
                  <a:pt x="68129" y="1686400"/>
                </a:lnTo>
                <a:lnTo>
                  <a:pt x="59738" y="1694236"/>
                </a:lnTo>
                <a:lnTo>
                  <a:pt x="38740" y="1689172"/>
                </a:lnTo>
                <a:lnTo>
                  <a:pt x="33911" y="1692351"/>
                </a:lnTo>
                <a:lnTo>
                  <a:pt x="38548" y="1699744"/>
                </a:lnTo>
                <a:lnTo>
                  <a:pt x="40541" y="1710871"/>
                </a:lnTo>
                <a:lnTo>
                  <a:pt x="36747" y="1727842"/>
                </a:lnTo>
                <a:lnTo>
                  <a:pt x="41729" y="1739269"/>
                </a:lnTo>
                <a:lnTo>
                  <a:pt x="34946" y="1754987"/>
                </a:lnTo>
                <a:lnTo>
                  <a:pt x="22991" y="1756985"/>
                </a:lnTo>
                <a:lnTo>
                  <a:pt x="17933" y="1754469"/>
                </a:lnTo>
                <a:lnTo>
                  <a:pt x="10959" y="1760979"/>
                </a:lnTo>
                <a:lnTo>
                  <a:pt x="3947" y="1790651"/>
                </a:lnTo>
                <a:lnTo>
                  <a:pt x="0" y="1797718"/>
                </a:lnTo>
                <a:lnTo>
                  <a:pt x="10116" y="1805231"/>
                </a:lnTo>
                <a:lnTo>
                  <a:pt x="12952" y="1815742"/>
                </a:lnTo>
                <a:lnTo>
                  <a:pt x="8201" y="1836101"/>
                </a:lnTo>
                <a:lnTo>
                  <a:pt x="19236" y="1845135"/>
                </a:lnTo>
                <a:lnTo>
                  <a:pt x="7472" y="1857983"/>
                </a:lnTo>
                <a:lnTo>
                  <a:pt x="13642" y="1869648"/>
                </a:lnTo>
                <a:lnTo>
                  <a:pt x="36900" y="1882426"/>
                </a:lnTo>
                <a:lnTo>
                  <a:pt x="37782" y="1892909"/>
                </a:lnTo>
                <a:lnTo>
                  <a:pt x="30042" y="1900873"/>
                </a:lnTo>
                <a:lnTo>
                  <a:pt x="34103" y="1914248"/>
                </a:lnTo>
                <a:lnTo>
                  <a:pt x="46480" y="1922807"/>
                </a:lnTo>
                <a:lnTo>
                  <a:pt x="48510" y="1939780"/>
                </a:lnTo>
                <a:lnTo>
                  <a:pt x="53492" y="1950269"/>
                </a:lnTo>
                <a:lnTo>
                  <a:pt x="61232" y="1938409"/>
                </a:lnTo>
                <a:lnTo>
                  <a:pt x="64068" y="1945785"/>
                </a:lnTo>
                <a:lnTo>
                  <a:pt x="55714" y="1957720"/>
                </a:lnTo>
                <a:lnTo>
                  <a:pt x="63570" y="1956534"/>
                </a:lnTo>
                <a:lnTo>
                  <a:pt x="66444" y="1940892"/>
                </a:lnTo>
                <a:lnTo>
                  <a:pt x="77020" y="1934740"/>
                </a:lnTo>
                <a:lnTo>
                  <a:pt x="81043" y="1941634"/>
                </a:lnTo>
                <a:lnTo>
                  <a:pt x="75947" y="1954051"/>
                </a:lnTo>
                <a:lnTo>
                  <a:pt x="82039" y="1963541"/>
                </a:lnTo>
                <a:lnTo>
                  <a:pt x="93036" y="1968990"/>
                </a:lnTo>
                <a:lnTo>
                  <a:pt x="92500" y="1962725"/>
                </a:lnTo>
                <a:lnTo>
                  <a:pt x="106485" y="1961020"/>
                </a:lnTo>
                <a:lnTo>
                  <a:pt x="123192" y="1969732"/>
                </a:lnTo>
                <a:lnTo>
                  <a:pt x="130511" y="1980410"/>
                </a:lnTo>
                <a:lnTo>
                  <a:pt x="133155" y="1989680"/>
                </a:lnTo>
                <a:lnTo>
                  <a:pt x="152161" y="1995799"/>
                </a:lnTo>
                <a:lnTo>
                  <a:pt x="155302" y="2000620"/>
                </a:lnTo>
                <a:lnTo>
                  <a:pt x="138328" y="2021057"/>
                </a:lnTo>
                <a:lnTo>
                  <a:pt x="131048" y="2024321"/>
                </a:lnTo>
                <a:lnTo>
                  <a:pt x="128557" y="2031185"/>
                </a:lnTo>
                <a:lnTo>
                  <a:pt x="133155" y="2035933"/>
                </a:lnTo>
                <a:lnTo>
                  <a:pt x="153080" y="2027995"/>
                </a:lnTo>
                <a:lnTo>
                  <a:pt x="162928" y="2022021"/>
                </a:lnTo>
                <a:lnTo>
                  <a:pt x="177872" y="2017459"/>
                </a:lnTo>
                <a:lnTo>
                  <a:pt x="188026" y="2021910"/>
                </a:lnTo>
                <a:lnTo>
                  <a:pt x="192892" y="2042203"/>
                </a:lnTo>
                <a:lnTo>
                  <a:pt x="197031" y="2046322"/>
                </a:lnTo>
                <a:lnTo>
                  <a:pt x="202089" y="2070332"/>
                </a:lnTo>
                <a:lnTo>
                  <a:pt x="206725" y="2073598"/>
                </a:lnTo>
                <a:lnTo>
                  <a:pt x="209484" y="2085254"/>
                </a:lnTo>
                <a:lnTo>
                  <a:pt x="214849" y="2092195"/>
                </a:lnTo>
                <a:lnTo>
                  <a:pt x="207836" y="2096539"/>
                </a:lnTo>
                <a:lnTo>
                  <a:pt x="219715" y="2108383"/>
                </a:lnTo>
                <a:lnTo>
                  <a:pt x="227493" y="2109051"/>
                </a:lnTo>
                <a:lnTo>
                  <a:pt x="236307" y="2114806"/>
                </a:lnTo>
                <a:lnTo>
                  <a:pt x="264585" y="2117962"/>
                </a:lnTo>
                <a:lnTo>
                  <a:pt x="267497" y="2126466"/>
                </a:lnTo>
                <a:lnTo>
                  <a:pt x="276387" y="2139354"/>
                </a:lnTo>
                <a:lnTo>
                  <a:pt x="272786" y="2141806"/>
                </a:lnTo>
                <a:lnTo>
                  <a:pt x="276655" y="2151128"/>
                </a:lnTo>
                <a:lnTo>
                  <a:pt x="279184" y="2168478"/>
                </a:lnTo>
                <a:lnTo>
                  <a:pt x="286465" y="2168367"/>
                </a:lnTo>
                <a:lnTo>
                  <a:pt x="283400" y="2182746"/>
                </a:lnTo>
                <a:lnTo>
                  <a:pt x="289147" y="2192854"/>
                </a:lnTo>
                <a:lnTo>
                  <a:pt x="290833" y="2204561"/>
                </a:lnTo>
                <a:lnTo>
                  <a:pt x="283514" y="2208167"/>
                </a:lnTo>
                <a:lnTo>
                  <a:pt x="282710" y="2217050"/>
                </a:lnTo>
                <a:lnTo>
                  <a:pt x="291101" y="2214820"/>
                </a:lnTo>
                <a:lnTo>
                  <a:pt x="304014" y="2224449"/>
                </a:lnTo>
                <a:lnTo>
                  <a:pt x="301026" y="2229504"/>
                </a:lnTo>
                <a:lnTo>
                  <a:pt x="314935" y="2238502"/>
                </a:lnTo>
                <a:lnTo>
                  <a:pt x="314744" y="2260850"/>
                </a:lnTo>
                <a:lnTo>
                  <a:pt x="306581" y="2265090"/>
                </a:lnTo>
                <a:lnTo>
                  <a:pt x="310988" y="2278815"/>
                </a:lnTo>
                <a:lnTo>
                  <a:pt x="315356" y="2282758"/>
                </a:lnTo>
                <a:lnTo>
                  <a:pt x="309034" y="2296746"/>
                </a:lnTo>
                <a:lnTo>
                  <a:pt x="303171" y="2300207"/>
                </a:lnTo>
                <a:lnTo>
                  <a:pt x="300298" y="2311108"/>
                </a:lnTo>
                <a:lnTo>
                  <a:pt x="306160" y="2310290"/>
                </a:lnTo>
                <a:lnTo>
                  <a:pt x="301562" y="2321751"/>
                </a:lnTo>
                <a:lnTo>
                  <a:pt x="302827" y="2331279"/>
                </a:lnTo>
                <a:lnTo>
                  <a:pt x="296696" y="2334479"/>
                </a:lnTo>
                <a:lnTo>
                  <a:pt x="299762" y="2347098"/>
                </a:lnTo>
                <a:lnTo>
                  <a:pt x="311218" y="2354060"/>
                </a:lnTo>
                <a:lnTo>
                  <a:pt x="305470" y="2356404"/>
                </a:lnTo>
                <a:lnTo>
                  <a:pt x="311256" y="2365414"/>
                </a:lnTo>
                <a:lnTo>
                  <a:pt x="309072" y="2373829"/>
                </a:lnTo>
                <a:lnTo>
                  <a:pt x="315241" y="2381685"/>
                </a:lnTo>
                <a:lnTo>
                  <a:pt x="318384" y="2377031"/>
                </a:lnTo>
                <a:lnTo>
                  <a:pt x="324821" y="2384554"/>
                </a:lnTo>
                <a:lnTo>
                  <a:pt x="313326" y="2395725"/>
                </a:lnTo>
                <a:lnTo>
                  <a:pt x="306429" y="2393752"/>
                </a:lnTo>
                <a:lnTo>
                  <a:pt x="301064" y="2398743"/>
                </a:lnTo>
                <a:lnTo>
                  <a:pt x="306314" y="2403472"/>
                </a:lnTo>
                <a:lnTo>
                  <a:pt x="319035" y="2402691"/>
                </a:lnTo>
                <a:lnTo>
                  <a:pt x="331642" y="2417553"/>
                </a:lnTo>
                <a:lnTo>
                  <a:pt x="337351" y="2411966"/>
                </a:lnTo>
                <a:lnTo>
                  <a:pt x="345551" y="2414871"/>
                </a:lnTo>
                <a:lnTo>
                  <a:pt x="353330" y="2422210"/>
                </a:lnTo>
                <a:lnTo>
                  <a:pt x="338654" y="2435920"/>
                </a:lnTo>
                <a:lnTo>
                  <a:pt x="340685" y="2442739"/>
                </a:lnTo>
                <a:lnTo>
                  <a:pt x="335550" y="2459210"/>
                </a:lnTo>
                <a:lnTo>
                  <a:pt x="328384" y="2469647"/>
                </a:lnTo>
                <a:lnTo>
                  <a:pt x="333366" y="2471585"/>
                </a:lnTo>
                <a:lnTo>
                  <a:pt x="320683" y="2475200"/>
                </a:lnTo>
                <a:lnTo>
                  <a:pt x="313594" y="2487353"/>
                </a:lnTo>
                <a:lnTo>
                  <a:pt x="332293" y="2500215"/>
                </a:lnTo>
                <a:lnTo>
                  <a:pt x="343290" y="2525385"/>
                </a:lnTo>
                <a:lnTo>
                  <a:pt x="346892" y="2540416"/>
                </a:lnTo>
                <a:lnTo>
                  <a:pt x="343405" y="2550116"/>
                </a:lnTo>
                <a:lnTo>
                  <a:pt x="357161" y="2549407"/>
                </a:lnTo>
                <a:lnTo>
                  <a:pt x="353138" y="2556569"/>
                </a:lnTo>
                <a:lnTo>
                  <a:pt x="344516" y="2560412"/>
                </a:lnTo>
                <a:lnTo>
                  <a:pt x="335819" y="2573844"/>
                </a:lnTo>
                <a:lnTo>
                  <a:pt x="315203" y="2585822"/>
                </a:lnTo>
                <a:lnTo>
                  <a:pt x="313057" y="2592540"/>
                </a:lnTo>
                <a:lnTo>
                  <a:pt x="319418" y="2610008"/>
                </a:lnTo>
                <a:lnTo>
                  <a:pt x="327388" y="2609784"/>
                </a:lnTo>
                <a:lnTo>
                  <a:pt x="324515" y="2615832"/>
                </a:lnTo>
                <a:lnTo>
                  <a:pt x="339075" y="2626284"/>
                </a:lnTo>
                <a:lnTo>
                  <a:pt x="352448" y="2623671"/>
                </a:lnTo>
                <a:lnTo>
                  <a:pt x="359959" y="2630429"/>
                </a:lnTo>
                <a:lnTo>
                  <a:pt x="369308" y="2622924"/>
                </a:lnTo>
                <a:lnTo>
                  <a:pt x="361722" y="2608702"/>
                </a:lnTo>
                <a:lnTo>
                  <a:pt x="363790" y="2599408"/>
                </a:lnTo>
                <a:lnTo>
                  <a:pt x="371607" y="2593324"/>
                </a:lnTo>
                <a:lnTo>
                  <a:pt x="378236" y="2602506"/>
                </a:lnTo>
                <a:lnTo>
                  <a:pt x="390728" y="2601796"/>
                </a:lnTo>
                <a:lnTo>
                  <a:pt x="403219" y="2597690"/>
                </a:lnTo>
                <a:lnTo>
                  <a:pt x="404177" y="2587352"/>
                </a:lnTo>
                <a:lnTo>
                  <a:pt x="412837" y="2591160"/>
                </a:lnTo>
                <a:lnTo>
                  <a:pt x="420808" y="2588547"/>
                </a:lnTo>
                <a:lnTo>
                  <a:pt x="432992" y="2589368"/>
                </a:lnTo>
                <a:lnTo>
                  <a:pt x="443530" y="2601610"/>
                </a:lnTo>
                <a:lnTo>
                  <a:pt x="441729" y="2613815"/>
                </a:lnTo>
                <a:lnTo>
                  <a:pt x="462995" y="2614152"/>
                </a:lnTo>
                <a:lnTo>
                  <a:pt x="470353" y="2609970"/>
                </a:lnTo>
                <a:lnTo>
                  <a:pt x="476406" y="2599071"/>
                </a:lnTo>
                <a:lnTo>
                  <a:pt x="485067" y="2595824"/>
                </a:lnTo>
                <a:lnTo>
                  <a:pt x="496984" y="2602431"/>
                </a:lnTo>
                <a:lnTo>
                  <a:pt x="503306" y="2600901"/>
                </a:lnTo>
                <a:lnTo>
                  <a:pt x="515069" y="2583397"/>
                </a:lnTo>
                <a:lnTo>
                  <a:pt x="523078" y="2566046"/>
                </a:lnTo>
                <a:lnTo>
                  <a:pt x="533462" y="2563808"/>
                </a:lnTo>
                <a:lnTo>
                  <a:pt x="540321" y="2565971"/>
                </a:lnTo>
                <a:lnTo>
                  <a:pt x="546413" y="2578209"/>
                </a:lnTo>
                <a:lnTo>
                  <a:pt x="544191" y="2592241"/>
                </a:lnTo>
                <a:lnTo>
                  <a:pt x="553579" y="2595601"/>
                </a:lnTo>
                <a:lnTo>
                  <a:pt x="554767" y="2604409"/>
                </a:lnTo>
                <a:lnTo>
                  <a:pt x="565381" y="2616988"/>
                </a:lnTo>
                <a:lnTo>
                  <a:pt x="586149" y="2626248"/>
                </a:lnTo>
                <a:lnTo>
                  <a:pt x="602396" y="2628637"/>
                </a:lnTo>
                <a:lnTo>
                  <a:pt x="610443" y="2641929"/>
                </a:lnTo>
                <a:lnTo>
                  <a:pt x="604043" y="2657762"/>
                </a:lnTo>
                <a:lnTo>
                  <a:pt x="596725" y="2659481"/>
                </a:lnTo>
                <a:lnTo>
                  <a:pt x="586877" y="2670909"/>
                </a:lnTo>
                <a:lnTo>
                  <a:pt x="576876" y="2677558"/>
                </a:lnTo>
                <a:lnTo>
                  <a:pt x="570400" y="2693959"/>
                </a:lnTo>
                <a:lnTo>
                  <a:pt x="581474" y="2693435"/>
                </a:lnTo>
                <a:lnTo>
                  <a:pt x="587490" y="2689289"/>
                </a:lnTo>
                <a:lnTo>
                  <a:pt x="599330" y="2692613"/>
                </a:lnTo>
                <a:lnTo>
                  <a:pt x="605385" y="2706774"/>
                </a:lnTo>
                <a:lnTo>
                  <a:pt x="601131" y="2724637"/>
                </a:lnTo>
                <a:lnTo>
                  <a:pt x="602587" y="2738802"/>
                </a:lnTo>
                <a:lnTo>
                  <a:pt x="589406" y="2748259"/>
                </a:lnTo>
                <a:lnTo>
                  <a:pt x="580248" y="2747138"/>
                </a:lnTo>
                <a:lnTo>
                  <a:pt x="573657" y="2751661"/>
                </a:lnTo>
                <a:lnTo>
                  <a:pt x="572393" y="2758989"/>
                </a:lnTo>
                <a:lnTo>
                  <a:pt x="556529" y="2764522"/>
                </a:lnTo>
                <a:lnTo>
                  <a:pt x="550437" y="2776636"/>
                </a:lnTo>
                <a:lnTo>
                  <a:pt x="537562" y="2786808"/>
                </a:lnTo>
                <a:lnTo>
                  <a:pt x="538788" y="2803077"/>
                </a:lnTo>
                <a:lnTo>
                  <a:pt x="548368" y="2811568"/>
                </a:lnTo>
                <a:lnTo>
                  <a:pt x="549019" y="2820059"/>
                </a:lnTo>
                <a:lnTo>
                  <a:pt x="543655" y="2831021"/>
                </a:lnTo>
                <a:lnTo>
                  <a:pt x="543617" y="2843369"/>
                </a:lnTo>
                <a:lnTo>
                  <a:pt x="548252" y="2851863"/>
                </a:lnTo>
                <a:lnTo>
                  <a:pt x="546222" y="2868256"/>
                </a:lnTo>
                <a:lnTo>
                  <a:pt x="564576" y="2890229"/>
                </a:lnTo>
                <a:lnTo>
                  <a:pt x="565113" y="2894946"/>
                </a:lnTo>
                <a:lnTo>
                  <a:pt x="575190" y="2895769"/>
                </a:lnTo>
                <a:lnTo>
                  <a:pt x="604350" y="2908949"/>
                </a:lnTo>
                <a:lnTo>
                  <a:pt x="603698" y="2916812"/>
                </a:lnTo>
                <a:lnTo>
                  <a:pt x="615156" y="2918236"/>
                </a:lnTo>
                <a:lnTo>
                  <a:pt x="616688" y="2937336"/>
                </a:lnTo>
                <a:lnTo>
                  <a:pt x="625349" y="2945427"/>
                </a:lnTo>
                <a:lnTo>
                  <a:pt x="621478" y="2955691"/>
                </a:lnTo>
                <a:lnTo>
                  <a:pt x="628644" y="2963146"/>
                </a:lnTo>
                <a:lnTo>
                  <a:pt x="621287" y="2980944"/>
                </a:lnTo>
                <a:lnTo>
                  <a:pt x="628375" y="2988476"/>
                </a:lnTo>
                <a:lnTo>
                  <a:pt x="631019" y="3004180"/>
                </a:lnTo>
                <a:lnTo>
                  <a:pt x="637495" y="3011451"/>
                </a:lnTo>
                <a:lnTo>
                  <a:pt x="640867" y="3026220"/>
                </a:lnTo>
                <a:lnTo>
                  <a:pt x="631480" y="3032857"/>
                </a:lnTo>
                <a:lnTo>
                  <a:pt x="631939" y="3041143"/>
                </a:lnTo>
                <a:lnTo>
                  <a:pt x="642822" y="3045680"/>
                </a:lnTo>
                <a:lnTo>
                  <a:pt x="656999" y="3081309"/>
                </a:lnTo>
                <a:lnTo>
                  <a:pt x="663590" y="3084235"/>
                </a:lnTo>
                <a:lnTo>
                  <a:pt x="671215" y="3095339"/>
                </a:lnTo>
                <a:lnTo>
                  <a:pt x="677078" y="3095189"/>
                </a:lnTo>
                <a:lnTo>
                  <a:pt x="678725" y="3107645"/>
                </a:lnTo>
                <a:lnTo>
                  <a:pt x="661903" y="3107345"/>
                </a:lnTo>
                <a:lnTo>
                  <a:pt x="659222" y="3111247"/>
                </a:lnTo>
                <a:lnTo>
                  <a:pt x="663513" y="3121679"/>
                </a:lnTo>
                <a:lnTo>
                  <a:pt x="658915" y="3127496"/>
                </a:lnTo>
                <a:lnTo>
                  <a:pt x="663015" y="3140782"/>
                </a:lnTo>
                <a:lnTo>
                  <a:pt x="675008" y="3151855"/>
                </a:lnTo>
                <a:lnTo>
                  <a:pt x="681561" y="3166796"/>
                </a:lnTo>
                <a:lnTo>
                  <a:pt x="680718" y="3180388"/>
                </a:lnTo>
                <a:lnTo>
                  <a:pt x="689493" y="3184443"/>
                </a:lnTo>
                <a:lnTo>
                  <a:pt x="680794" y="3208441"/>
                </a:lnTo>
                <a:lnTo>
                  <a:pt x="681829" y="3223053"/>
                </a:lnTo>
                <a:lnTo>
                  <a:pt x="686619" y="3228087"/>
                </a:lnTo>
                <a:lnTo>
                  <a:pt x="675583" y="3234549"/>
                </a:lnTo>
                <a:lnTo>
                  <a:pt x="670104" y="3248526"/>
                </a:lnTo>
                <a:lnTo>
                  <a:pt x="654661" y="3255327"/>
                </a:lnTo>
                <a:lnTo>
                  <a:pt x="647228" y="3266338"/>
                </a:lnTo>
                <a:lnTo>
                  <a:pt x="645848" y="3276110"/>
                </a:lnTo>
                <a:lnTo>
                  <a:pt x="658110" y="3275132"/>
                </a:lnTo>
                <a:lnTo>
                  <a:pt x="663015" y="3291408"/>
                </a:lnTo>
                <a:lnTo>
                  <a:pt x="668149" y="3289905"/>
                </a:lnTo>
                <a:lnTo>
                  <a:pt x="671138" y="3296295"/>
                </a:lnTo>
                <a:lnTo>
                  <a:pt x="670448" y="3307724"/>
                </a:lnTo>
                <a:lnTo>
                  <a:pt x="676886" y="3309830"/>
                </a:lnTo>
                <a:lnTo>
                  <a:pt x="679798" y="3322614"/>
                </a:lnTo>
                <a:lnTo>
                  <a:pt x="687040" y="3326036"/>
                </a:lnTo>
                <a:lnTo>
                  <a:pt x="704628" y="3323591"/>
                </a:lnTo>
                <a:lnTo>
                  <a:pt x="716966" y="3330060"/>
                </a:lnTo>
                <a:lnTo>
                  <a:pt x="721833" y="3335889"/>
                </a:lnTo>
                <a:lnTo>
                  <a:pt x="730071" y="3314868"/>
                </a:lnTo>
                <a:lnTo>
                  <a:pt x="747429" y="3311371"/>
                </a:lnTo>
                <a:lnTo>
                  <a:pt x="749077" y="3301258"/>
                </a:lnTo>
                <a:lnTo>
                  <a:pt x="743099" y="3294566"/>
                </a:lnTo>
                <a:lnTo>
                  <a:pt x="749307" y="3288025"/>
                </a:lnTo>
                <a:lnTo>
                  <a:pt x="755667" y="3294303"/>
                </a:lnTo>
                <a:lnTo>
                  <a:pt x="772719" y="3292875"/>
                </a:lnTo>
                <a:lnTo>
                  <a:pt x="785479" y="3308364"/>
                </a:lnTo>
                <a:lnTo>
                  <a:pt x="799580" y="3311071"/>
                </a:lnTo>
                <a:lnTo>
                  <a:pt x="808240" y="3320584"/>
                </a:lnTo>
                <a:lnTo>
                  <a:pt x="812991" y="3315846"/>
                </a:lnTo>
                <a:lnTo>
                  <a:pt x="825138" y="3323141"/>
                </a:lnTo>
                <a:lnTo>
                  <a:pt x="846136" y="3306370"/>
                </a:lnTo>
                <a:lnTo>
                  <a:pt x="858321" y="3315357"/>
                </a:lnTo>
                <a:lnTo>
                  <a:pt x="858743" y="3324043"/>
                </a:lnTo>
                <a:lnTo>
                  <a:pt x="849087" y="3325510"/>
                </a:lnTo>
                <a:lnTo>
                  <a:pt x="854566" y="3333783"/>
                </a:lnTo>
                <a:lnTo>
                  <a:pt x="851041" y="3346194"/>
                </a:lnTo>
                <a:lnTo>
                  <a:pt x="856597" y="3352062"/>
                </a:lnTo>
                <a:lnTo>
                  <a:pt x="864567" y="3349692"/>
                </a:lnTo>
                <a:lnTo>
                  <a:pt x="871388" y="3358269"/>
                </a:lnTo>
                <a:lnTo>
                  <a:pt x="876407" y="3354958"/>
                </a:lnTo>
                <a:lnTo>
                  <a:pt x="887711" y="3358231"/>
                </a:lnTo>
                <a:lnTo>
                  <a:pt x="896869" y="3355222"/>
                </a:lnTo>
                <a:lnTo>
                  <a:pt x="908173" y="3363723"/>
                </a:lnTo>
                <a:lnTo>
                  <a:pt x="919630" y="3360714"/>
                </a:lnTo>
                <a:lnTo>
                  <a:pt x="929899" y="3365228"/>
                </a:lnTo>
                <a:lnTo>
                  <a:pt x="946069" y="3362745"/>
                </a:lnTo>
                <a:lnTo>
                  <a:pt x="949058" y="3354093"/>
                </a:lnTo>
                <a:lnTo>
                  <a:pt x="952008" y="3361918"/>
                </a:lnTo>
                <a:lnTo>
                  <a:pt x="965075" y="3361278"/>
                </a:lnTo>
                <a:lnTo>
                  <a:pt x="971780" y="3348714"/>
                </a:lnTo>
                <a:lnTo>
                  <a:pt x="978448" y="3328931"/>
                </a:lnTo>
                <a:lnTo>
                  <a:pt x="1017110" y="3308890"/>
                </a:lnTo>
                <a:lnTo>
                  <a:pt x="1027226" y="3297498"/>
                </a:lnTo>
                <a:lnTo>
                  <a:pt x="1022705" y="3284943"/>
                </a:lnTo>
                <a:lnTo>
                  <a:pt x="1036845" y="3269194"/>
                </a:lnTo>
                <a:lnTo>
                  <a:pt x="1049911" y="3259724"/>
                </a:lnTo>
                <a:lnTo>
                  <a:pt x="1064050" y="3255891"/>
                </a:lnTo>
                <a:lnTo>
                  <a:pt x="1080948" y="3255552"/>
                </a:lnTo>
                <a:lnTo>
                  <a:pt x="1085623" y="3258296"/>
                </a:lnTo>
                <a:lnTo>
                  <a:pt x="1093554" y="3279380"/>
                </a:lnTo>
                <a:lnTo>
                  <a:pt x="1097923" y="3283176"/>
                </a:lnTo>
                <a:lnTo>
                  <a:pt x="1108230" y="3278929"/>
                </a:lnTo>
                <a:lnTo>
                  <a:pt x="1119764" y="3267353"/>
                </a:lnTo>
                <a:lnTo>
                  <a:pt x="1126087" y="3255854"/>
                </a:lnTo>
                <a:lnTo>
                  <a:pt x="1128309" y="3242853"/>
                </a:lnTo>
                <a:lnTo>
                  <a:pt x="1134018" y="3228050"/>
                </a:lnTo>
                <a:lnTo>
                  <a:pt x="1131719" y="3214376"/>
                </a:lnTo>
                <a:lnTo>
                  <a:pt x="1137046" y="3202620"/>
                </a:lnTo>
                <a:lnTo>
                  <a:pt x="1146549" y="3194207"/>
                </a:lnTo>
                <a:lnTo>
                  <a:pt x="1144249" y="3178398"/>
                </a:lnTo>
                <a:lnTo>
                  <a:pt x="1146740" y="3156923"/>
                </a:lnTo>
                <a:lnTo>
                  <a:pt x="1154786" y="3153732"/>
                </a:lnTo>
                <a:lnTo>
                  <a:pt x="1161760" y="3156773"/>
                </a:lnTo>
                <a:lnTo>
                  <a:pt x="1166014" y="3147614"/>
                </a:lnTo>
                <a:lnTo>
                  <a:pt x="1174712" y="3148852"/>
                </a:lnTo>
                <a:lnTo>
                  <a:pt x="1178467" y="3144385"/>
                </a:lnTo>
                <a:lnTo>
                  <a:pt x="1176321" y="3134138"/>
                </a:lnTo>
                <a:lnTo>
                  <a:pt x="1184215" y="3138793"/>
                </a:lnTo>
                <a:lnTo>
                  <a:pt x="1184866" y="3144460"/>
                </a:lnTo>
                <a:lnTo>
                  <a:pt x="1197626" y="3144535"/>
                </a:lnTo>
                <a:lnTo>
                  <a:pt x="1207282" y="3139093"/>
                </a:lnTo>
                <a:lnTo>
                  <a:pt x="1211191" y="3143259"/>
                </a:lnTo>
                <a:lnTo>
                  <a:pt x="1219812" y="3141720"/>
                </a:lnTo>
                <a:lnTo>
                  <a:pt x="1228549" y="3134702"/>
                </a:lnTo>
                <a:lnTo>
                  <a:pt x="1251386" y="3140369"/>
                </a:lnTo>
                <a:lnTo>
                  <a:pt x="1257976" y="3144761"/>
                </a:lnTo>
                <a:lnTo>
                  <a:pt x="1254567" y="3154445"/>
                </a:lnTo>
                <a:lnTo>
                  <a:pt x="1260698" y="3165294"/>
                </a:lnTo>
                <a:lnTo>
                  <a:pt x="1255716" y="3178848"/>
                </a:lnTo>
                <a:lnTo>
                  <a:pt x="1244298" y="3183242"/>
                </a:lnTo>
                <a:lnTo>
                  <a:pt x="1247746" y="3217042"/>
                </a:lnTo>
                <a:lnTo>
                  <a:pt x="1259088" y="3221062"/>
                </a:lnTo>
                <a:lnTo>
                  <a:pt x="1282117" y="3224481"/>
                </a:lnTo>
                <a:lnTo>
                  <a:pt x="1279780" y="3240560"/>
                </a:lnTo>
                <a:lnTo>
                  <a:pt x="1277289" y="3240485"/>
                </a:lnTo>
                <a:lnTo>
                  <a:pt x="1269894" y="3255515"/>
                </a:lnTo>
                <a:lnTo>
                  <a:pt x="1278630" y="3258296"/>
                </a:lnTo>
                <a:lnTo>
                  <a:pt x="1294226" y="3257695"/>
                </a:lnTo>
                <a:lnTo>
                  <a:pt x="1293383" y="3260550"/>
                </a:lnTo>
                <a:lnTo>
                  <a:pt x="1308211" y="3278252"/>
                </a:lnTo>
                <a:lnTo>
                  <a:pt x="1303805" y="3290769"/>
                </a:lnTo>
                <a:lnTo>
                  <a:pt x="1309054" y="3293889"/>
                </a:lnTo>
                <a:lnTo>
                  <a:pt x="1309898" y="3306672"/>
                </a:lnTo>
                <a:lnTo>
                  <a:pt x="1306755" y="3317275"/>
                </a:lnTo>
                <a:lnTo>
                  <a:pt x="1309284" y="3324607"/>
                </a:lnTo>
                <a:lnTo>
                  <a:pt x="1304687" y="3328142"/>
                </a:lnTo>
                <a:lnTo>
                  <a:pt x="1304226" y="3338183"/>
                </a:lnTo>
                <a:lnTo>
                  <a:pt x="1296793" y="3345894"/>
                </a:lnTo>
                <a:lnTo>
                  <a:pt x="1290241" y="3346119"/>
                </a:lnTo>
                <a:lnTo>
                  <a:pt x="1293383" y="3352890"/>
                </a:lnTo>
                <a:lnTo>
                  <a:pt x="1305223" y="3358382"/>
                </a:lnTo>
                <a:lnTo>
                  <a:pt x="1304916" y="3365340"/>
                </a:lnTo>
                <a:lnTo>
                  <a:pt x="1311699" y="3377944"/>
                </a:lnTo>
                <a:lnTo>
                  <a:pt x="1320512" y="3378960"/>
                </a:lnTo>
                <a:lnTo>
                  <a:pt x="1327907" y="3390587"/>
                </a:lnTo>
                <a:lnTo>
                  <a:pt x="1332352" y="3392280"/>
                </a:lnTo>
                <a:lnTo>
                  <a:pt x="1332927" y="3402215"/>
                </a:lnTo>
                <a:lnTo>
                  <a:pt x="1340859" y="3404435"/>
                </a:lnTo>
                <a:lnTo>
                  <a:pt x="1333080" y="3414296"/>
                </a:lnTo>
                <a:lnTo>
                  <a:pt x="1338483" y="3416291"/>
                </a:lnTo>
                <a:lnTo>
                  <a:pt x="1341280" y="3425136"/>
                </a:lnTo>
                <a:lnTo>
                  <a:pt x="1355381" y="3429315"/>
                </a:lnTo>
                <a:lnTo>
                  <a:pt x="1354806" y="3437974"/>
                </a:lnTo>
                <a:lnTo>
                  <a:pt x="1364999" y="3442679"/>
                </a:lnTo>
                <a:lnTo>
                  <a:pt x="1367719" y="3448854"/>
                </a:lnTo>
                <a:lnTo>
                  <a:pt x="1362278" y="3451904"/>
                </a:lnTo>
                <a:lnTo>
                  <a:pt x="1355879" y="3448139"/>
                </a:lnTo>
                <a:lnTo>
                  <a:pt x="1356492" y="3464857"/>
                </a:lnTo>
                <a:lnTo>
                  <a:pt x="1372011" y="3467606"/>
                </a:lnTo>
                <a:lnTo>
                  <a:pt x="1376110" y="3460602"/>
                </a:lnTo>
                <a:lnTo>
                  <a:pt x="1394618" y="3473481"/>
                </a:lnTo>
                <a:lnTo>
                  <a:pt x="1396802" y="3468661"/>
                </a:lnTo>
                <a:lnTo>
                  <a:pt x="1410673" y="3470920"/>
                </a:lnTo>
                <a:lnTo>
                  <a:pt x="1414314" y="3463991"/>
                </a:lnTo>
                <a:lnTo>
                  <a:pt x="1406726" y="3458342"/>
                </a:lnTo>
                <a:lnTo>
                  <a:pt x="1415387" y="3448440"/>
                </a:lnTo>
                <a:lnTo>
                  <a:pt x="1423587" y="3456686"/>
                </a:lnTo>
                <a:lnTo>
                  <a:pt x="1434929" y="3456159"/>
                </a:lnTo>
                <a:lnTo>
                  <a:pt x="1430484" y="3464368"/>
                </a:lnTo>
                <a:lnTo>
                  <a:pt x="1447651" y="3458041"/>
                </a:lnTo>
                <a:lnTo>
                  <a:pt x="1456540" y="3459660"/>
                </a:lnTo>
                <a:lnTo>
                  <a:pt x="1459835" y="3454201"/>
                </a:lnTo>
                <a:lnTo>
                  <a:pt x="1483363" y="3455142"/>
                </a:lnTo>
                <a:lnTo>
                  <a:pt x="1491563" y="3457288"/>
                </a:lnTo>
                <a:lnTo>
                  <a:pt x="1486811" y="3438990"/>
                </a:lnTo>
                <a:lnTo>
                  <a:pt x="1504131" y="3423555"/>
                </a:lnTo>
                <a:lnTo>
                  <a:pt x="1507120" y="3415840"/>
                </a:lnTo>
                <a:lnTo>
                  <a:pt x="1504208" y="3410796"/>
                </a:lnTo>
                <a:lnTo>
                  <a:pt x="1526049" y="3406091"/>
                </a:lnTo>
                <a:lnTo>
                  <a:pt x="1530647" y="3399092"/>
                </a:lnTo>
                <a:lnTo>
                  <a:pt x="1539192" y="3401350"/>
                </a:lnTo>
                <a:lnTo>
                  <a:pt x="1542602" y="3412753"/>
                </a:lnTo>
                <a:lnTo>
                  <a:pt x="1547584" y="3412000"/>
                </a:lnTo>
                <a:lnTo>
                  <a:pt x="1555860" y="3424496"/>
                </a:lnTo>
                <a:lnTo>
                  <a:pt x="1556588" y="3432138"/>
                </a:lnTo>
                <a:lnTo>
                  <a:pt x="1575862" y="3435338"/>
                </a:lnTo>
                <a:lnTo>
                  <a:pt x="1595097" y="3408049"/>
                </a:lnTo>
                <a:lnTo>
                  <a:pt x="1610540" y="3398715"/>
                </a:lnTo>
                <a:lnTo>
                  <a:pt x="1610080" y="3389119"/>
                </a:lnTo>
                <a:lnTo>
                  <a:pt x="1618587" y="3384454"/>
                </a:lnTo>
                <a:lnTo>
                  <a:pt x="1629813" y="3382797"/>
                </a:lnTo>
                <a:lnTo>
                  <a:pt x="1635485" y="3387991"/>
                </a:lnTo>
                <a:lnTo>
                  <a:pt x="1641961" y="3378395"/>
                </a:lnTo>
                <a:lnTo>
                  <a:pt x="1637477" y="3365529"/>
                </a:lnTo>
                <a:lnTo>
                  <a:pt x="1645563" y="3360638"/>
                </a:lnTo>
                <a:lnTo>
                  <a:pt x="1662346" y="3358231"/>
                </a:lnTo>
                <a:lnTo>
                  <a:pt x="1672883" y="3362632"/>
                </a:lnTo>
                <a:lnTo>
                  <a:pt x="1692732" y="3355109"/>
                </a:lnTo>
                <a:lnTo>
                  <a:pt x="1701161" y="3362331"/>
                </a:lnTo>
                <a:lnTo>
                  <a:pt x="1707676" y="3362331"/>
                </a:lnTo>
                <a:lnTo>
                  <a:pt x="1727371" y="3349542"/>
                </a:lnTo>
                <a:lnTo>
                  <a:pt x="1729019" y="3344803"/>
                </a:lnTo>
                <a:lnTo>
                  <a:pt x="1739479" y="3351047"/>
                </a:lnTo>
                <a:lnTo>
                  <a:pt x="1740514" y="3364363"/>
                </a:lnTo>
                <a:lnTo>
                  <a:pt x="1736184" y="3369141"/>
                </a:lnTo>
                <a:lnTo>
                  <a:pt x="1747986" y="3389947"/>
                </a:lnTo>
                <a:lnTo>
                  <a:pt x="1760554" y="3384114"/>
                </a:lnTo>
                <a:lnTo>
                  <a:pt x="1770823" y="3387464"/>
                </a:lnTo>
                <a:lnTo>
                  <a:pt x="1780518" y="3386598"/>
                </a:lnTo>
                <a:lnTo>
                  <a:pt x="1781170" y="3374482"/>
                </a:lnTo>
                <a:lnTo>
                  <a:pt x="1784158" y="3380766"/>
                </a:lnTo>
                <a:lnTo>
                  <a:pt x="1793431" y="3384039"/>
                </a:lnTo>
                <a:lnTo>
                  <a:pt x="1800443" y="3380803"/>
                </a:lnTo>
                <a:lnTo>
                  <a:pt x="1808874" y="3395178"/>
                </a:lnTo>
                <a:lnTo>
                  <a:pt x="1802398" y="3410683"/>
                </a:lnTo>
                <a:lnTo>
                  <a:pt x="1811747" y="3421748"/>
                </a:lnTo>
                <a:lnTo>
                  <a:pt x="1808796" y="3428111"/>
                </a:lnTo>
                <a:lnTo>
                  <a:pt x="1814161" y="3436354"/>
                </a:lnTo>
                <a:lnTo>
                  <a:pt x="1826959" y="3443772"/>
                </a:lnTo>
                <a:lnTo>
                  <a:pt x="1833665" y="3458569"/>
                </a:lnTo>
                <a:lnTo>
                  <a:pt x="1847651" y="3471221"/>
                </a:lnTo>
                <a:lnTo>
                  <a:pt x="1853437" y="3490844"/>
                </a:lnTo>
                <a:lnTo>
                  <a:pt x="1869990" y="3506741"/>
                </a:lnTo>
                <a:lnTo>
                  <a:pt x="1864013" y="3513938"/>
                </a:lnTo>
                <a:lnTo>
                  <a:pt x="1858572" y="3508964"/>
                </a:lnTo>
                <a:lnTo>
                  <a:pt x="1847958" y="3513900"/>
                </a:lnTo>
                <a:lnTo>
                  <a:pt x="1845429" y="3521398"/>
                </a:lnTo>
                <a:lnTo>
                  <a:pt x="1857422" y="3531722"/>
                </a:lnTo>
                <a:lnTo>
                  <a:pt x="1847306" y="3549057"/>
                </a:lnTo>
                <a:lnTo>
                  <a:pt x="1849988" y="3555842"/>
                </a:lnTo>
                <a:lnTo>
                  <a:pt x="1866580" y="3574313"/>
                </a:lnTo>
                <a:lnTo>
                  <a:pt x="1866963" y="3583134"/>
                </a:lnTo>
                <a:lnTo>
                  <a:pt x="1875853" y="3594257"/>
                </a:lnTo>
                <a:lnTo>
                  <a:pt x="1881831" y="3594408"/>
                </a:lnTo>
                <a:lnTo>
                  <a:pt x="1894591" y="3610774"/>
                </a:lnTo>
                <a:lnTo>
                  <a:pt x="1899342" y="3610246"/>
                </a:lnTo>
                <a:lnTo>
                  <a:pt x="1918578" y="3616506"/>
                </a:lnTo>
                <a:lnTo>
                  <a:pt x="1941798" y="3611151"/>
                </a:lnTo>
                <a:lnTo>
                  <a:pt x="1960229" y="3598028"/>
                </a:lnTo>
                <a:lnTo>
                  <a:pt x="1965900" y="3583172"/>
                </a:lnTo>
                <a:lnTo>
                  <a:pt x="1968161" y="3555766"/>
                </a:lnTo>
                <a:lnTo>
                  <a:pt x="1974369" y="3541293"/>
                </a:lnTo>
                <a:lnTo>
                  <a:pt x="1980115" y="3534171"/>
                </a:lnTo>
                <a:lnTo>
                  <a:pt x="1983756" y="3522603"/>
                </a:lnTo>
                <a:lnTo>
                  <a:pt x="1967088" y="3512844"/>
                </a:lnTo>
                <a:lnTo>
                  <a:pt x="1965670" y="3507721"/>
                </a:lnTo>
                <a:lnTo>
                  <a:pt x="1973832" y="3489677"/>
                </a:lnTo>
                <a:lnTo>
                  <a:pt x="1982109" y="3481842"/>
                </a:lnTo>
                <a:lnTo>
                  <a:pt x="1983411" y="3475628"/>
                </a:lnTo>
                <a:lnTo>
                  <a:pt x="1980231" y="3461017"/>
                </a:lnTo>
                <a:lnTo>
                  <a:pt x="1986975" y="3450812"/>
                </a:lnTo>
                <a:lnTo>
                  <a:pt x="2011843" y="3436919"/>
                </a:lnTo>
                <a:lnTo>
                  <a:pt x="2046751" y="3423141"/>
                </a:lnTo>
                <a:lnTo>
                  <a:pt x="2056867" y="3413732"/>
                </a:lnTo>
                <a:lnTo>
                  <a:pt x="2060737" y="3396307"/>
                </a:lnTo>
                <a:lnTo>
                  <a:pt x="2059626" y="3362632"/>
                </a:lnTo>
                <a:lnTo>
                  <a:pt x="2062116" y="3352702"/>
                </a:lnTo>
                <a:lnTo>
                  <a:pt x="2079896" y="3321750"/>
                </a:lnTo>
                <a:lnTo>
                  <a:pt x="2082348" y="3310055"/>
                </a:lnTo>
                <a:lnTo>
                  <a:pt x="2069512" y="3297912"/>
                </a:lnTo>
                <a:lnTo>
                  <a:pt x="2063189" y="3276335"/>
                </a:lnTo>
                <a:lnTo>
                  <a:pt x="2050812" y="3273479"/>
                </a:lnTo>
                <a:lnTo>
                  <a:pt x="2035639" y="3240410"/>
                </a:lnTo>
                <a:lnTo>
                  <a:pt x="2031155" y="3236052"/>
                </a:lnTo>
                <a:lnTo>
                  <a:pt x="2029470" y="3221888"/>
                </a:lnTo>
                <a:lnTo>
                  <a:pt x="2042842" y="3213324"/>
                </a:lnTo>
                <a:lnTo>
                  <a:pt x="2060699" y="3193419"/>
                </a:lnTo>
                <a:lnTo>
                  <a:pt x="2068784" y="3180989"/>
                </a:lnTo>
                <a:lnTo>
                  <a:pt x="2080700" y="3139469"/>
                </a:lnTo>
                <a:lnTo>
                  <a:pt x="2087138" y="3127684"/>
                </a:lnTo>
                <a:lnTo>
                  <a:pt x="2111049" y="3110159"/>
                </a:lnTo>
                <a:lnTo>
                  <a:pt x="2127755" y="3096277"/>
                </a:lnTo>
                <a:lnTo>
                  <a:pt x="2135955" y="3081271"/>
                </a:lnTo>
                <a:lnTo>
                  <a:pt x="2140668" y="3045267"/>
                </a:lnTo>
                <a:lnTo>
                  <a:pt x="2157030" y="3056517"/>
                </a:lnTo>
                <a:lnTo>
                  <a:pt x="2165536" y="3044518"/>
                </a:lnTo>
                <a:lnTo>
                  <a:pt x="2189676" y="3059555"/>
                </a:lnTo>
                <a:lnTo>
                  <a:pt x="2223204" y="3003918"/>
                </a:lnTo>
                <a:lnTo>
                  <a:pt x="2244356" y="2964757"/>
                </a:lnTo>
                <a:lnTo>
                  <a:pt x="2268419" y="2936062"/>
                </a:lnTo>
                <a:lnTo>
                  <a:pt x="2275968" y="2936849"/>
                </a:lnTo>
                <a:lnTo>
                  <a:pt x="2293710" y="2944640"/>
                </a:lnTo>
                <a:lnTo>
                  <a:pt x="2323214" y="2981281"/>
                </a:lnTo>
                <a:lnTo>
                  <a:pt x="2329383" y="2990537"/>
                </a:lnTo>
                <a:lnTo>
                  <a:pt x="2335399" y="2993460"/>
                </a:lnTo>
                <a:lnTo>
                  <a:pt x="2368161" y="2992036"/>
                </a:lnTo>
                <a:lnTo>
                  <a:pt x="2383719" y="3006953"/>
                </a:lnTo>
                <a:lnTo>
                  <a:pt x="2397590" y="3010401"/>
                </a:lnTo>
                <a:lnTo>
                  <a:pt x="2417323" y="3010851"/>
                </a:lnTo>
                <a:lnTo>
                  <a:pt x="2432497" y="3008902"/>
                </a:lnTo>
                <a:lnTo>
                  <a:pt x="2416097" y="3024796"/>
                </a:lnTo>
                <a:lnTo>
                  <a:pt x="2416136" y="3032632"/>
                </a:lnTo>
                <a:lnTo>
                  <a:pt x="2425753" y="3030045"/>
                </a:lnTo>
                <a:lnTo>
                  <a:pt x="2436559" y="3010214"/>
                </a:lnTo>
                <a:lnTo>
                  <a:pt x="2443916" y="3012200"/>
                </a:lnTo>
                <a:lnTo>
                  <a:pt x="2457288" y="3010026"/>
                </a:lnTo>
                <a:lnTo>
                  <a:pt x="2466868" y="2992261"/>
                </a:lnTo>
                <a:lnTo>
                  <a:pt x="2469895" y="2973300"/>
                </a:lnTo>
                <a:lnTo>
                  <a:pt x="2466255" y="2960187"/>
                </a:lnTo>
                <a:lnTo>
                  <a:pt x="2457940" y="2955728"/>
                </a:lnTo>
                <a:lnTo>
                  <a:pt x="2443609" y="2953855"/>
                </a:lnTo>
                <a:lnTo>
                  <a:pt x="2438628" y="2946925"/>
                </a:lnTo>
                <a:lnTo>
                  <a:pt x="2440467" y="2930932"/>
                </a:lnTo>
                <a:lnTo>
                  <a:pt x="2436712" y="2923965"/>
                </a:lnTo>
                <a:lnTo>
                  <a:pt x="2420733" y="2925276"/>
                </a:lnTo>
                <a:lnTo>
                  <a:pt x="2404640" y="2933366"/>
                </a:lnTo>
                <a:lnTo>
                  <a:pt x="2391190" y="2937598"/>
                </a:lnTo>
                <a:lnTo>
                  <a:pt x="2372606" y="2938160"/>
                </a:lnTo>
                <a:lnTo>
                  <a:pt x="2357279" y="2933066"/>
                </a:lnTo>
                <a:lnTo>
                  <a:pt x="2307389" y="2888694"/>
                </a:lnTo>
                <a:lnTo>
                  <a:pt x="2325628" y="2860171"/>
                </a:lnTo>
                <a:lnTo>
                  <a:pt x="2332870" y="2840376"/>
                </a:lnTo>
                <a:lnTo>
                  <a:pt x="2337852" y="2813625"/>
                </a:lnTo>
                <a:lnTo>
                  <a:pt x="2344443" y="2793763"/>
                </a:lnTo>
                <a:lnTo>
                  <a:pt x="2359770" y="2757530"/>
                </a:lnTo>
                <a:lnTo>
                  <a:pt x="2368928" y="2744857"/>
                </a:lnTo>
                <a:lnTo>
                  <a:pt x="2383986" y="2729981"/>
                </a:lnTo>
                <a:lnTo>
                  <a:pt x="2398164" y="2719367"/>
                </a:lnTo>
                <a:lnTo>
                  <a:pt x="2408050" y="2731663"/>
                </a:lnTo>
                <a:lnTo>
                  <a:pt x="2419086" y="2780637"/>
                </a:lnTo>
                <a:lnTo>
                  <a:pt x="2419546" y="2798476"/>
                </a:lnTo>
                <a:lnTo>
                  <a:pt x="2423531" y="2815645"/>
                </a:lnTo>
                <a:lnTo>
                  <a:pt x="2430390" y="2821107"/>
                </a:lnTo>
                <a:lnTo>
                  <a:pt x="2450928" y="2823763"/>
                </a:lnTo>
                <a:lnTo>
                  <a:pt x="2499592" y="2817927"/>
                </a:lnTo>
                <a:lnTo>
                  <a:pt x="2517103" y="2812914"/>
                </a:lnTo>
                <a:lnTo>
                  <a:pt x="2533542" y="2794848"/>
                </a:lnTo>
                <a:lnTo>
                  <a:pt x="2545650" y="2786060"/>
                </a:lnTo>
                <a:lnTo>
                  <a:pt x="2553121" y="2764559"/>
                </a:lnTo>
                <a:lnTo>
                  <a:pt x="2555191" y="2744671"/>
                </a:lnTo>
                <a:lnTo>
                  <a:pt x="2569254" y="2723702"/>
                </a:lnTo>
                <a:lnTo>
                  <a:pt x="2576725" y="2722096"/>
                </a:lnTo>
                <a:lnTo>
                  <a:pt x="2580941" y="2729757"/>
                </a:lnTo>
                <a:lnTo>
                  <a:pt x="2595003" y="2730878"/>
                </a:lnTo>
                <a:lnTo>
                  <a:pt x="2603510" y="2726281"/>
                </a:lnTo>
                <a:lnTo>
                  <a:pt x="2607916" y="2709278"/>
                </a:lnTo>
                <a:lnTo>
                  <a:pt x="2618453" y="2701394"/>
                </a:lnTo>
                <a:lnTo>
                  <a:pt x="2627037" y="2667212"/>
                </a:lnTo>
                <a:lnTo>
                  <a:pt x="2640448" y="2648688"/>
                </a:lnTo>
                <a:lnTo>
                  <a:pt x="2661331" y="2630279"/>
                </a:lnTo>
                <a:lnTo>
                  <a:pt x="2668842" y="2619789"/>
                </a:lnTo>
                <a:lnTo>
                  <a:pt x="2671716" y="2600527"/>
                </a:lnTo>
                <a:lnTo>
                  <a:pt x="2685663" y="2589368"/>
                </a:lnTo>
                <a:lnTo>
                  <a:pt x="2694323" y="2574069"/>
                </a:lnTo>
                <a:lnTo>
                  <a:pt x="2702523" y="2570038"/>
                </a:lnTo>
                <a:lnTo>
                  <a:pt x="2723291" y="2572128"/>
                </a:lnTo>
                <a:lnTo>
                  <a:pt x="2753179" y="2586046"/>
                </a:lnTo>
                <a:lnTo>
                  <a:pt x="2758697" y="2593772"/>
                </a:lnTo>
                <a:lnTo>
                  <a:pt x="2759081" y="2612286"/>
                </a:lnTo>
                <a:lnTo>
                  <a:pt x="2764982" y="2627368"/>
                </a:lnTo>
                <a:lnTo>
                  <a:pt x="2799774" y="2619639"/>
                </a:lnTo>
                <a:lnTo>
                  <a:pt x="2807629" y="2611613"/>
                </a:lnTo>
                <a:lnTo>
                  <a:pt x="2809775" y="2602393"/>
                </a:lnTo>
                <a:lnTo>
                  <a:pt x="2819086" y="2594742"/>
                </a:lnTo>
                <a:lnTo>
                  <a:pt x="2816481" y="2578322"/>
                </a:lnTo>
                <a:lnTo>
                  <a:pt x="2825256" y="2558696"/>
                </a:lnTo>
                <a:lnTo>
                  <a:pt x="2834912" y="2545490"/>
                </a:lnTo>
                <a:lnTo>
                  <a:pt x="2837478" y="2532584"/>
                </a:lnTo>
                <a:lnTo>
                  <a:pt x="2832651" y="2535903"/>
                </a:lnTo>
                <a:lnTo>
                  <a:pt x="2827899" y="2525572"/>
                </a:lnTo>
                <a:lnTo>
                  <a:pt x="2808855" y="2532882"/>
                </a:lnTo>
                <a:lnTo>
                  <a:pt x="2809391" y="2522066"/>
                </a:lnTo>
                <a:lnTo>
                  <a:pt x="2817055" y="2517107"/>
                </a:lnTo>
                <a:lnTo>
                  <a:pt x="2826750" y="2505174"/>
                </a:lnTo>
                <a:lnTo>
                  <a:pt x="2826788" y="2492684"/>
                </a:lnTo>
                <a:lnTo>
                  <a:pt x="2848782" y="2485079"/>
                </a:lnTo>
                <a:lnTo>
                  <a:pt x="2853150" y="2479338"/>
                </a:lnTo>
                <a:lnTo>
                  <a:pt x="2852422" y="2469385"/>
                </a:lnTo>
                <a:lnTo>
                  <a:pt x="2844721" y="2449819"/>
                </a:lnTo>
                <a:lnTo>
                  <a:pt x="2831156" y="2445757"/>
                </a:lnTo>
                <a:lnTo>
                  <a:pt x="2836291" y="2420943"/>
                </a:lnTo>
                <a:lnTo>
                  <a:pt x="2833724" y="2409209"/>
                </a:lnTo>
                <a:lnTo>
                  <a:pt x="2821922" y="2394087"/>
                </a:lnTo>
                <a:lnTo>
                  <a:pt x="2813798" y="2377813"/>
                </a:lnTo>
                <a:lnTo>
                  <a:pt x="2811346" y="2352496"/>
                </a:lnTo>
                <a:lnTo>
                  <a:pt x="2807591" y="2340323"/>
                </a:lnTo>
                <a:lnTo>
                  <a:pt x="2792647" y="2332246"/>
                </a:lnTo>
                <a:lnTo>
                  <a:pt x="2777933" y="2329120"/>
                </a:lnTo>
                <a:lnTo>
                  <a:pt x="2770193" y="2318998"/>
                </a:lnTo>
                <a:lnTo>
                  <a:pt x="2756667" y="2283205"/>
                </a:lnTo>
                <a:lnTo>
                  <a:pt x="2747509" y="2266727"/>
                </a:lnTo>
                <a:lnTo>
                  <a:pt x="2734864" y="2257244"/>
                </a:lnTo>
                <a:lnTo>
                  <a:pt x="2771112" y="2242369"/>
                </a:lnTo>
                <a:lnTo>
                  <a:pt x="2816979" y="2232887"/>
                </a:lnTo>
                <a:lnTo>
                  <a:pt x="2842536" y="2218500"/>
                </a:lnTo>
                <a:lnTo>
                  <a:pt x="2850545" y="2200362"/>
                </a:lnTo>
                <a:lnTo>
                  <a:pt x="2854568" y="2152317"/>
                </a:lnTo>
                <a:lnTo>
                  <a:pt x="2862462" y="2123904"/>
                </a:lnTo>
                <a:lnTo>
                  <a:pt x="2861044" y="2105449"/>
                </a:lnTo>
                <a:lnTo>
                  <a:pt x="2852729" y="2078609"/>
                </a:lnTo>
                <a:lnTo>
                  <a:pt x="2848936" y="2071372"/>
                </a:lnTo>
                <a:lnTo>
                  <a:pt x="2827708" y="2065730"/>
                </a:lnTo>
                <a:lnTo>
                  <a:pt x="2834145" y="2062798"/>
                </a:lnTo>
                <a:lnTo>
                  <a:pt x="2862079" y="2071111"/>
                </a:lnTo>
                <a:lnTo>
                  <a:pt x="2888902" y="2077422"/>
                </a:lnTo>
                <a:lnTo>
                  <a:pt x="2904765" y="2077978"/>
                </a:lnTo>
                <a:lnTo>
                  <a:pt x="2916873" y="2070888"/>
                </a:lnTo>
                <a:lnTo>
                  <a:pt x="2918291" y="2056675"/>
                </a:lnTo>
                <a:lnTo>
                  <a:pt x="2914881" y="2040052"/>
                </a:lnTo>
                <a:lnTo>
                  <a:pt x="2892541" y="1990051"/>
                </a:lnTo>
                <a:lnTo>
                  <a:pt x="2873076" y="1975590"/>
                </a:lnTo>
                <a:lnTo>
                  <a:pt x="2867558" y="1961649"/>
                </a:lnTo>
                <a:lnTo>
                  <a:pt x="2870739" y="1938149"/>
                </a:lnTo>
                <a:lnTo>
                  <a:pt x="2868631" y="1923252"/>
                </a:lnTo>
                <a:lnTo>
                  <a:pt x="2858362" y="1913359"/>
                </a:lnTo>
                <a:lnTo>
                  <a:pt x="2826826" y="1896798"/>
                </a:lnTo>
                <a:lnTo>
                  <a:pt x="2821347" y="1881240"/>
                </a:lnTo>
                <a:lnTo>
                  <a:pt x="2824030" y="1866166"/>
                </a:lnTo>
                <a:lnTo>
                  <a:pt x="2828819" y="1854206"/>
                </a:lnTo>
                <a:lnTo>
                  <a:pt x="2827593" y="1843246"/>
                </a:lnTo>
                <a:lnTo>
                  <a:pt x="2793797" y="1820739"/>
                </a:lnTo>
                <a:lnTo>
                  <a:pt x="2787512" y="1797829"/>
                </a:lnTo>
                <a:lnTo>
                  <a:pt x="2818933" y="1814114"/>
                </a:lnTo>
                <a:lnTo>
                  <a:pt x="2870930" y="1837323"/>
                </a:lnTo>
                <a:lnTo>
                  <a:pt x="2897676" y="1826846"/>
                </a:lnTo>
                <a:lnTo>
                  <a:pt x="2911739" y="1800013"/>
                </a:lnTo>
                <a:lnTo>
                  <a:pt x="2912812" y="1816481"/>
                </a:lnTo>
                <a:lnTo>
                  <a:pt x="2921510" y="1851058"/>
                </a:lnTo>
                <a:lnTo>
                  <a:pt x="2932162" y="1855021"/>
                </a:lnTo>
                <a:lnTo>
                  <a:pt x="2945344" y="1850799"/>
                </a:lnTo>
                <a:lnTo>
                  <a:pt x="2957682" y="1858019"/>
                </a:lnTo>
                <a:lnTo>
                  <a:pt x="2969637" y="1870092"/>
                </a:lnTo>
                <a:lnTo>
                  <a:pt x="2983394" y="1871833"/>
                </a:lnTo>
                <a:lnTo>
                  <a:pt x="3002437" y="1854798"/>
                </a:lnTo>
                <a:lnTo>
                  <a:pt x="3013013" y="1856131"/>
                </a:lnTo>
                <a:lnTo>
                  <a:pt x="3022018" y="1872314"/>
                </a:lnTo>
                <a:lnTo>
                  <a:pt x="3014048" y="1880759"/>
                </a:lnTo>
                <a:lnTo>
                  <a:pt x="3017496" y="1887352"/>
                </a:lnTo>
                <a:lnTo>
                  <a:pt x="3039108" y="1885870"/>
                </a:lnTo>
                <a:lnTo>
                  <a:pt x="3041828" y="1902763"/>
                </a:lnTo>
                <a:lnTo>
                  <a:pt x="3054703" y="1906690"/>
                </a:lnTo>
                <a:lnTo>
                  <a:pt x="3066006" y="1901836"/>
                </a:lnTo>
                <a:lnTo>
                  <a:pt x="3068880" y="1881240"/>
                </a:lnTo>
                <a:lnTo>
                  <a:pt x="3080223" y="1871352"/>
                </a:lnTo>
                <a:lnTo>
                  <a:pt x="3079380" y="1867315"/>
                </a:lnTo>
                <a:lnTo>
                  <a:pt x="3068038" y="1865907"/>
                </a:lnTo>
                <a:lnTo>
                  <a:pt x="3079418" y="1858575"/>
                </a:lnTo>
                <a:lnTo>
                  <a:pt x="3083441" y="1849836"/>
                </a:lnTo>
                <a:lnTo>
                  <a:pt x="3080990" y="1826032"/>
                </a:lnTo>
                <a:lnTo>
                  <a:pt x="3076238" y="1819554"/>
                </a:lnTo>
                <a:lnTo>
                  <a:pt x="3083250" y="1815594"/>
                </a:lnTo>
                <a:lnTo>
                  <a:pt x="3081985" y="1810597"/>
                </a:lnTo>
                <a:lnTo>
                  <a:pt x="3061562" y="1796534"/>
                </a:lnTo>
                <a:lnTo>
                  <a:pt x="3052749" y="1785137"/>
                </a:lnTo>
                <a:lnTo>
                  <a:pt x="3043553" y="1785545"/>
                </a:lnTo>
                <a:lnTo>
                  <a:pt x="3052366" y="1776258"/>
                </a:lnTo>
                <a:lnTo>
                  <a:pt x="3070490" y="1776147"/>
                </a:lnTo>
                <a:lnTo>
                  <a:pt x="3074820" y="1748662"/>
                </a:lnTo>
                <a:lnTo>
                  <a:pt x="3067462" y="1730948"/>
                </a:lnTo>
                <a:lnTo>
                  <a:pt x="3067693" y="1725475"/>
                </a:lnTo>
                <a:lnTo>
                  <a:pt x="3085357" y="1715825"/>
                </a:lnTo>
                <a:lnTo>
                  <a:pt x="3093902" y="1716454"/>
                </a:lnTo>
                <a:lnTo>
                  <a:pt x="3091220" y="1711056"/>
                </a:lnTo>
                <a:lnTo>
                  <a:pt x="3092561" y="1699706"/>
                </a:lnTo>
                <a:lnTo>
                  <a:pt x="3077655" y="1694975"/>
                </a:lnTo>
                <a:lnTo>
                  <a:pt x="3067118" y="1697378"/>
                </a:lnTo>
                <a:lnTo>
                  <a:pt x="3049415" y="1694901"/>
                </a:lnTo>
                <a:lnTo>
                  <a:pt x="3046349" y="1682297"/>
                </a:lnTo>
                <a:lnTo>
                  <a:pt x="3050756" y="1665815"/>
                </a:lnTo>
                <a:lnTo>
                  <a:pt x="3059953" y="1650001"/>
                </a:lnTo>
                <a:lnTo>
                  <a:pt x="3055048" y="1641282"/>
                </a:lnTo>
                <a:lnTo>
                  <a:pt x="3042518" y="1637699"/>
                </a:lnTo>
                <a:lnTo>
                  <a:pt x="3039606" y="1632934"/>
                </a:lnTo>
                <a:lnTo>
                  <a:pt x="3044549" y="1618565"/>
                </a:lnTo>
                <a:lnTo>
                  <a:pt x="3043859" y="1605493"/>
                </a:lnTo>
                <a:lnTo>
                  <a:pt x="3050182" y="1595486"/>
                </a:lnTo>
                <a:lnTo>
                  <a:pt x="3060949" y="1584889"/>
                </a:lnTo>
                <a:lnTo>
                  <a:pt x="3073325" y="1581308"/>
                </a:lnTo>
                <a:lnTo>
                  <a:pt x="3077962" y="1564512"/>
                </a:lnTo>
                <a:lnTo>
                  <a:pt x="3085932" y="1550192"/>
                </a:lnTo>
                <a:lnTo>
                  <a:pt x="3086201" y="1536353"/>
                </a:lnTo>
                <a:lnTo>
                  <a:pt x="3071448" y="1521521"/>
                </a:lnTo>
                <a:lnTo>
                  <a:pt x="3066428" y="1495958"/>
                </a:lnTo>
                <a:lnTo>
                  <a:pt x="3068229" y="1487880"/>
                </a:lnTo>
                <a:lnTo>
                  <a:pt x="3081794" y="1464980"/>
                </a:lnTo>
                <a:lnTo>
                  <a:pt x="3088538" y="1461478"/>
                </a:lnTo>
                <a:lnTo>
                  <a:pt x="3081295" y="1444778"/>
                </a:lnTo>
                <a:lnTo>
                  <a:pt x="3082407" y="1438659"/>
                </a:lnTo>
                <a:lnTo>
                  <a:pt x="3092599" y="1428081"/>
                </a:lnTo>
                <a:lnTo>
                  <a:pt x="3092178" y="1418020"/>
                </a:lnTo>
                <a:lnTo>
                  <a:pt x="3080990" y="1406744"/>
                </a:lnTo>
                <a:lnTo>
                  <a:pt x="3065968" y="1380293"/>
                </a:lnTo>
                <a:lnTo>
                  <a:pt x="3043783" y="1374288"/>
                </a:lnTo>
                <a:lnTo>
                  <a:pt x="3032747" y="1366148"/>
                </a:lnTo>
                <a:lnTo>
                  <a:pt x="3021980" y="1367548"/>
                </a:lnTo>
                <a:lnTo>
                  <a:pt x="3009718" y="1379666"/>
                </a:lnTo>
                <a:lnTo>
                  <a:pt x="2993088" y="1383313"/>
                </a:lnTo>
                <a:lnTo>
                  <a:pt x="2982551" y="1379629"/>
                </a:lnTo>
                <a:lnTo>
                  <a:pt x="2962778" y="1364859"/>
                </a:lnTo>
                <a:lnTo>
                  <a:pt x="2985884" y="1341475"/>
                </a:lnTo>
                <a:lnTo>
                  <a:pt x="3019527" y="1305694"/>
                </a:lnTo>
                <a:lnTo>
                  <a:pt x="3034395" y="1286005"/>
                </a:lnTo>
                <a:lnTo>
                  <a:pt x="3043783" y="1279492"/>
                </a:lnTo>
                <a:lnTo>
                  <a:pt x="3060604" y="1278167"/>
                </a:lnTo>
                <a:lnTo>
                  <a:pt x="3094822" y="1267203"/>
                </a:lnTo>
                <a:lnTo>
                  <a:pt x="3104823" y="1258559"/>
                </a:lnTo>
                <a:lnTo>
                  <a:pt x="3121644" y="1221155"/>
                </a:lnTo>
                <a:lnTo>
                  <a:pt x="3130189" y="1210161"/>
                </a:lnTo>
                <a:lnTo>
                  <a:pt x="3158391" y="1193618"/>
                </a:lnTo>
                <a:lnTo>
                  <a:pt x="3171956" y="1180091"/>
                </a:lnTo>
                <a:lnTo>
                  <a:pt x="3198203" y="1168808"/>
                </a:lnTo>
                <a:lnTo>
                  <a:pt x="3203759" y="1163921"/>
                </a:lnTo>
                <a:lnTo>
                  <a:pt x="3201499" y="1142426"/>
                </a:lnTo>
                <a:lnTo>
                  <a:pt x="3183260" y="1135079"/>
                </a:lnTo>
                <a:lnTo>
                  <a:pt x="3167319" y="1139488"/>
                </a:lnTo>
                <a:lnTo>
                  <a:pt x="3154751" y="1150583"/>
                </a:lnTo>
                <a:lnTo>
                  <a:pt x="3099995" y="1151942"/>
                </a:lnTo>
                <a:lnTo>
                  <a:pt x="3095052" y="1144889"/>
                </a:lnTo>
                <a:lnTo>
                  <a:pt x="3094630" y="1123251"/>
                </a:lnTo>
                <a:lnTo>
                  <a:pt x="3088116" y="1113041"/>
                </a:lnTo>
                <a:lnTo>
                  <a:pt x="3080223" y="1110323"/>
                </a:lnTo>
                <a:lnTo>
                  <a:pt x="3078154" y="1101914"/>
                </a:lnTo>
                <a:lnTo>
                  <a:pt x="3067462" y="1093431"/>
                </a:lnTo>
                <a:lnTo>
                  <a:pt x="3055699" y="1098608"/>
                </a:lnTo>
                <a:lnTo>
                  <a:pt x="3035621" y="1116125"/>
                </a:lnTo>
                <a:lnTo>
                  <a:pt x="3029720" y="1125382"/>
                </a:lnTo>
                <a:lnTo>
                  <a:pt x="3015925" y="1122811"/>
                </a:lnTo>
                <a:lnTo>
                  <a:pt x="2983355" y="1104631"/>
                </a:lnTo>
                <a:lnTo>
                  <a:pt x="2964043" y="1092146"/>
                </a:lnTo>
                <a:lnTo>
                  <a:pt x="2947834" y="1077497"/>
                </a:lnTo>
                <a:lnTo>
                  <a:pt x="2924231" y="1060355"/>
                </a:lnTo>
                <a:lnTo>
                  <a:pt x="2914421" y="1059033"/>
                </a:lnTo>
                <a:lnTo>
                  <a:pt x="2878249" y="1061492"/>
                </a:lnTo>
                <a:lnTo>
                  <a:pt x="2858592" y="1047362"/>
                </a:lnTo>
                <a:lnTo>
                  <a:pt x="2833455" y="1010817"/>
                </a:lnTo>
                <a:lnTo>
                  <a:pt x="2822267" y="990900"/>
                </a:lnTo>
                <a:lnTo>
                  <a:pt x="2808434" y="992074"/>
                </a:lnTo>
                <a:lnTo>
                  <a:pt x="2801192" y="985032"/>
                </a:lnTo>
                <a:lnTo>
                  <a:pt x="2796441" y="975351"/>
                </a:lnTo>
                <a:lnTo>
                  <a:pt x="2792379" y="957641"/>
                </a:lnTo>
                <a:lnTo>
                  <a:pt x="2774445" y="926118"/>
                </a:lnTo>
                <a:lnTo>
                  <a:pt x="2750919" y="889770"/>
                </a:lnTo>
                <a:lnTo>
                  <a:pt x="2724517" y="853327"/>
                </a:lnTo>
                <a:lnTo>
                  <a:pt x="2701335" y="823195"/>
                </a:lnTo>
                <a:lnTo>
                  <a:pt x="2684590" y="804565"/>
                </a:lnTo>
                <a:lnTo>
                  <a:pt x="2666236" y="787438"/>
                </a:lnTo>
                <a:lnTo>
                  <a:pt x="2621366" y="751769"/>
                </a:lnTo>
                <a:lnTo>
                  <a:pt x="2603318" y="722733"/>
                </a:lnTo>
                <a:lnTo>
                  <a:pt x="2569177" y="699261"/>
                </a:lnTo>
                <a:lnTo>
                  <a:pt x="2530821" y="692171"/>
                </a:lnTo>
                <a:lnTo>
                  <a:pt x="2489322" y="692536"/>
                </a:lnTo>
                <a:lnTo>
                  <a:pt x="2456407" y="665967"/>
                </a:lnTo>
                <a:lnTo>
                  <a:pt x="2406594" y="616396"/>
                </a:lnTo>
                <a:lnTo>
                  <a:pt x="2386286" y="593063"/>
                </a:lnTo>
                <a:lnTo>
                  <a:pt x="2369503" y="569043"/>
                </a:lnTo>
                <a:lnTo>
                  <a:pt x="2359194" y="549956"/>
                </a:lnTo>
                <a:lnTo>
                  <a:pt x="2380231" y="539958"/>
                </a:lnTo>
                <a:lnTo>
                  <a:pt x="2404448" y="530763"/>
                </a:lnTo>
                <a:lnTo>
                  <a:pt x="2429929" y="517740"/>
                </a:lnTo>
                <a:lnTo>
                  <a:pt x="2431233" y="507235"/>
                </a:lnTo>
                <a:lnTo>
                  <a:pt x="2448169" y="494689"/>
                </a:lnTo>
                <a:lnTo>
                  <a:pt x="2460814" y="488198"/>
                </a:lnTo>
                <a:lnTo>
                  <a:pt x="2485836" y="482108"/>
                </a:lnTo>
                <a:lnTo>
                  <a:pt x="2494151" y="478316"/>
                </a:lnTo>
                <a:lnTo>
                  <a:pt x="2504496" y="468764"/>
                </a:lnTo>
                <a:lnTo>
                  <a:pt x="2513884" y="451886"/>
                </a:lnTo>
                <a:lnTo>
                  <a:pt x="2527602" y="448532"/>
                </a:lnTo>
                <a:lnTo>
                  <a:pt x="2524498" y="426921"/>
                </a:lnTo>
                <a:lnTo>
                  <a:pt x="2520744" y="419816"/>
                </a:lnTo>
                <a:lnTo>
                  <a:pt x="2525571" y="407501"/>
                </a:lnTo>
                <a:lnTo>
                  <a:pt x="2523809" y="400834"/>
                </a:lnTo>
                <a:lnTo>
                  <a:pt x="2513386" y="388995"/>
                </a:lnTo>
                <a:lnTo>
                  <a:pt x="2494610" y="378397"/>
                </a:lnTo>
                <a:lnTo>
                  <a:pt x="2489897" y="361136"/>
                </a:lnTo>
                <a:lnTo>
                  <a:pt x="2483498" y="352325"/>
                </a:lnTo>
                <a:lnTo>
                  <a:pt x="2469550" y="353817"/>
                </a:lnTo>
                <a:lnTo>
                  <a:pt x="2469742" y="362446"/>
                </a:lnTo>
                <a:lnTo>
                  <a:pt x="2463113" y="357786"/>
                </a:lnTo>
                <a:lnTo>
                  <a:pt x="2449740" y="363903"/>
                </a:lnTo>
                <a:lnTo>
                  <a:pt x="2432650" y="357677"/>
                </a:lnTo>
                <a:lnTo>
                  <a:pt x="2423262" y="359498"/>
                </a:lnTo>
                <a:lnTo>
                  <a:pt x="2409506" y="357640"/>
                </a:lnTo>
                <a:lnTo>
                  <a:pt x="2405061" y="351851"/>
                </a:lnTo>
                <a:lnTo>
                  <a:pt x="2412073" y="349084"/>
                </a:lnTo>
                <a:lnTo>
                  <a:pt x="2413530" y="329937"/>
                </a:lnTo>
                <a:lnTo>
                  <a:pt x="2420925" y="315378"/>
                </a:lnTo>
                <a:lnTo>
                  <a:pt x="2418587" y="309301"/>
                </a:lnTo>
                <a:lnTo>
                  <a:pt x="2407667" y="306353"/>
                </a:lnTo>
                <a:lnTo>
                  <a:pt x="2409966" y="296565"/>
                </a:lnTo>
                <a:lnTo>
                  <a:pt x="2403107" y="292818"/>
                </a:lnTo>
                <a:lnTo>
                  <a:pt x="2395367" y="294709"/>
                </a:lnTo>
                <a:lnTo>
                  <a:pt x="2389849" y="287761"/>
                </a:lnTo>
                <a:lnTo>
                  <a:pt x="2376400" y="295255"/>
                </a:lnTo>
                <a:lnTo>
                  <a:pt x="2360881" y="298421"/>
                </a:lnTo>
                <a:lnTo>
                  <a:pt x="2362068" y="305043"/>
                </a:lnTo>
                <a:lnTo>
                  <a:pt x="2344864" y="314505"/>
                </a:lnTo>
                <a:lnTo>
                  <a:pt x="2343293" y="326442"/>
                </a:lnTo>
                <a:lnTo>
                  <a:pt x="2337162" y="313303"/>
                </a:lnTo>
                <a:lnTo>
                  <a:pt x="2322256" y="307881"/>
                </a:lnTo>
                <a:lnTo>
                  <a:pt x="2309573" y="319636"/>
                </a:lnTo>
                <a:lnTo>
                  <a:pt x="2305281" y="309956"/>
                </a:lnTo>
                <a:lnTo>
                  <a:pt x="2312026" y="299440"/>
                </a:lnTo>
                <a:lnTo>
                  <a:pt x="2316853" y="297620"/>
                </a:lnTo>
                <a:lnTo>
                  <a:pt x="2326433" y="282631"/>
                </a:lnTo>
                <a:lnTo>
                  <a:pt x="2325283" y="275319"/>
                </a:lnTo>
                <a:lnTo>
                  <a:pt x="2330801" y="271609"/>
                </a:lnTo>
                <a:lnTo>
                  <a:pt x="2320379" y="260006"/>
                </a:lnTo>
                <a:lnTo>
                  <a:pt x="2308960" y="258660"/>
                </a:lnTo>
                <a:lnTo>
                  <a:pt x="2308040" y="247751"/>
                </a:lnTo>
                <a:lnTo>
                  <a:pt x="2315742" y="245060"/>
                </a:lnTo>
                <a:lnTo>
                  <a:pt x="2312945" y="240879"/>
                </a:lnTo>
                <a:lnTo>
                  <a:pt x="2313788" y="218337"/>
                </a:lnTo>
                <a:lnTo>
                  <a:pt x="2307082" y="188244"/>
                </a:lnTo>
                <a:lnTo>
                  <a:pt x="2314171" y="183266"/>
                </a:lnTo>
                <a:lnTo>
                  <a:pt x="2305588" y="147046"/>
                </a:lnTo>
                <a:lnTo>
                  <a:pt x="2285088" y="145084"/>
                </a:lnTo>
                <a:lnTo>
                  <a:pt x="2281295" y="134371"/>
                </a:lnTo>
                <a:lnTo>
                  <a:pt x="2274129" y="133136"/>
                </a:lnTo>
                <a:lnTo>
                  <a:pt x="2274819" y="144176"/>
                </a:lnTo>
                <a:lnTo>
                  <a:pt x="2264167" y="144612"/>
                </a:lnTo>
                <a:lnTo>
                  <a:pt x="2267117" y="150968"/>
                </a:lnTo>
                <a:lnTo>
                  <a:pt x="2249989" y="148499"/>
                </a:lnTo>
                <a:lnTo>
                  <a:pt x="2243743" y="144794"/>
                </a:lnTo>
                <a:lnTo>
                  <a:pt x="2232095" y="144395"/>
                </a:lnTo>
                <a:lnTo>
                  <a:pt x="2229144" y="156599"/>
                </a:lnTo>
                <a:lnTo>
                  <a:pt x="2211020" y="164082"/>
                </a:lnTo>
                <a:lnTo>
                  <a:pt x="2209142" y="169059"/>
                </a:lnTo>
                <a:lnTo>
                  <a:pt x="2199486" y="166225"/>
                </a:lnTo>
                <a:lnTo>
                  <a:pt x="2194888" y="169241"/>
                </a:lnTo>
                <a:lnTo>
                  <a:pt x="2189217" y="161903"/>
                </a:lnTo>
                <a:lnTo>
                  <a:pt x="2174311" y="154238"/>
                </a:lnTo>
                <a:lnTo>
                  <a:pt x="2160287" y="155109"/>
                </a:lnTo>
                <a:lnTo>
                  <a:pt x="2134613" y="162956"/>
                </a:lnTo>
                <a:lnTo>
                  <a:pt x="2134422" y="180250"/>
                </a:lnTo>
                <a:lnTo>
                  <a:pt x="2125686" y="182721"/>
                </a:lnTo>
                <a:lnTo>
                  <a:pt x="2115953" y="193477"/>
                </a:lnTo>
                <a:lnTo>
                  <a:pt x="2108289" y="192386"/>
                </a:lnTo>
                <a:lnTo>
                  <a:pt x="2100090" y="185409"/>
                </a:lnTo>
                <a:lnTo>
                  <a:pt x="2088019" y="185083"/>
                </a:lnTo>
                <a:lnTo>
                  <a:pt x="2084456" y="189952"/>
                </a:lnTo>
                <a:lnTo>
                  <a:pt x="2078784" y="186063"/>
                </a:lnTo>
                <a:lnTo>
                  <a:pt x="2068056" y="200055"/>
                </a:lnTo>
                <a:lnTo>
                  <a:pt x="2078287" y="204380"/>
                </a:lnTo>
                <a:lnTo>
                  <a:pt x="2087521" y="219719"/>
                </a:lnTo>
                <a:lnTo>
                  <a:pt x="2090050" y="231789"/>
                </a:lnTo>
                <a:lnTo>
                  <a:pt x="2087828" y="242660"/>
                </a:lnTo>
                <a:lnTo>
                  <a:pt x="2090509" y="262770"/>
                </a:lnTo>
                <a:lnTo>
                  <a:pt x="2082156" y="263680"/>
                </a:lnTo>
                <a:lnTo>
                  <a:pt x="2083498" y="273609"/>
                </a:lnTo>
                <a:lnTo>
                  <a:pt x="2080126" y="278193"/>
                </a:lnTo>
                <a:lnTo>
                  <a:pt x="2066791" y="265025"/>
                </a:lnTo>
                <a:lnTo>
                  <a:pt x="2059204" y="271827"/>
                </a:lnTo>
                <a:lnTo>
                  <a:pt x="2051425" y="283977"/>
                </a:lnTo>
                <a:lnTo>
                  <a:pt x="2048016" y="280448"/>
                </a:lnTo>
                <a:lnTo>
                  <a:pt x="2045448" y="296347"/>
                </a:lnTo>
                <a:lnTo>
                  <a:pt x="2037133" y="289798"/>
                </a:lnTo>
                <a:lnTo>
                  <a:pt x="2022304" y="288852"/>
                </a:lnTo>
                <a:lnTo>
                  <a:pt x="2015445" y="294128"/>
                </a:lnTo>
                <a:lnTo>
                  <a:pt x="2004640" y="295110"/>
                </a:lnTo>
                <a:lnTo>
                  <a:pt x="1993719" y="290162"/>
                </a:lnTo>
                <a:lnTo>
                  <a:pt x="1987435" y="297984"/>
                </a:lnTo>
                <a:lnTo>
                  <a:pt x="1974138" y="307080"/>
                </a:lnTo>
                <a:lnTo>
                  <a:pt x="1938043" y="363648"/>
                </a:lnTo>
                <a:lnTo>
                  <a:pt x="1927888" y="376466"/>
                </a:lnTo>
                <a:lnTo>
                  <a:pt x="1915933" y="371186"/>
                </a:lnTo>
                <a:lnTo>
                  <a:pt x="1906546" y="351742"/>
                </a:lnTo>
                <a:lnTo>
                  <a:pt x="1906737" y="338855"/>
                </a:lnTo>
                <a:lnTo>
                  <a:pt x="1889609" y="323785"/>
                </a:lnTo>
                <a:lnTo>
                  <a:pt x="1894092" y="313558"/>
                </a:lnTo>
                <a:lnTo>
                  <a:pt x="1893594" y="303187"/>
                </a:lnTo>
                <a:lnTo>
                  <a:pt x="1888996" y="294455"/>
                </a:lnTo>
                <a:lnTo>
                  <a:pt x="1878726" y="288488"/>
                </a:lnTo>
                <a:lnTo>
                  <a:pt x="1887348" y="278120"/>
                </a:lnTo>
                <a:lnTo>
                  <a:pt x="1877385" y="262625"/>
                </a:lnTo>
                <a:lnTo>
                  <a:pt x="1873439" y="260152"/>
                </a:lnTo>
                <a:lnTo>
                  <a:pt x="1879493" y="248878"/>
                </a:lnTo>
                <a:lnTo>
                  <a:pt x="1873822" y="230771"/>
                </a:lnTo>
                <a:lnTo>
                  <a:pt x="1864817" y="224845"/>
                </a:lnTo>
                <a:lnTo>
                  <a:pt x="1860602" y="226517"/>
                </a:lnTo>
                <a:lnTo>
                  <a:pt x="1864894" y="246659"/>
                </a:lnTo>
                <a:lnTo>
                  <a:pt x="1842440" y="257642"/>
                </a:lnTo>
                <a:lnTo>
                  <a:pt x="1830561" y="257642"/>
                </a:lnTo>
                <a:lnTo>
                  <a:pt x="1825120" y="265353"/>
                </a:lnTo>
                <a:lnTo>
                  <a:pt x="1819066" y="266880"/>
                </a:lnTo>
                <a:lnTo>
                  <a:pt x="1813892" y="260952"/>
                </a:lnTo>
                <a:lnTo>
                  <a:pt x="1815541" y="255860"/>
                </a:lnTo>
                <a:lnTo>
                  <a:pt x="1813050" y="241460"/>
                </a:lnTo>
                <a:lnTo>
                  <a:pt x="1817533" y="230007"/>
                </a:lnTo>
                <a:lnTo>
                  <a:pt x="1815004" y="220846"/>
                </a:lnTo>
                <a:lnTo>
                  <a:pt x="1824085" y="205761"/>
                </a:lnTo>
                <a:lnTo>
                  <a:pt x="1802474" y="213648"/>
                </a:lnTo>
                <a:lnTo>
                  <a:pt x="1775000" y="220518"/>
                </a:lnTo>
                <a:lnTo>
                  <a:pt x="1730398" y="225935"/>
                </a:lnTo>
                <a:lnTo>
                  <a:pt x="1707829" y="225354"/>
                </a:lnTo>
                <a:lnTo>
                  <a:pt x="1651655" y="215866"/>
                </a:lnTo>
                <a:lnTo>
                  <a:pt x="1640351" y="211903"/>
                </a:lnTo>
                <a:lnTo>
                  <a:pt x="1621576" y="199364"/>
                </a:lnTo>
                <a:lnTo>
                  <a:pt x="1608624" y="183883"/>
                </a:lnTo>
                <a:lnTo>
                  <a:pt x="1575977" y="154818"/>
                </a:lnTo>
                <a:lnTo>
                  <a:pt x="1548388" y="143995"/>
                </a:lnTo>
                <a:lnTo>
                  <a:pt x="1536471" y="135678"/>
                </a:lnTo>
                <a:lnTo>
                  <a:pt x="1526202" y="106957"/>
                </a:lnTo>
                <a:lnTo>
                  <a:pt x="1511603" y="93489"/>
                </a:lnTo>
                <a:lnTo>
                  <a:pt x="1493287" y="64891"/>
                </a:lnTo>
                <a:lnTo>
                  <a:pt x="1485892" y="28830"/>
                </a:lnTo>
                <a:lnTo>
                  <a:pt x="1473668" y="15737"/>
                </a:lnTo>
                <a:lnTo>
                  <a:pt x="1473592" y="7505"/>
                </a:lnTo>
                <a:lnTo>
                  <a:pt x="1457460" y="8593"/>
                </a:lnTo>
                <a:lnTo>
                  <a:pt x="1440715" y="16100"/>
                </a:lnTo>
                <a:lnTo>
                  <a:pt x="1431289" y="9355"/>
                </a:lnTo>
                <a:lnTo>
                  <a:pt x="1412244" y="8956"/>
                </a:lnTo>
                <a:lnTo>
                  <a:pt x="1408681" y="4568"/>
                </a:lnTo>
                <a:lnTo>
                  <a:pt x="1400021" y="5004"/>
                </a:lnTo>
                <a:lnTo>
                  <a:pt x="1397684" y="11603"/>
                </a:lnTo>
                <a:lnTo>
                  <a:pt x="1402588" y="15556"/>
                </a:lnTo>
                <a:lnTo>
                  <a:pt x="1397569" y="22048"/>
                </a:lnTo>
                <a:lnTo>
                  <a:pt x="1387108" y="27089"/>
                </a:lnTo>
                <a:lnTo>
                  <a:pt x="1380173" y="20090"/>
                </a:lnTo>
                <a:lnTo>
                  <a:pt x="1372624" y="19836"/>
                </a:lnTo>
                <a:lnTo>
                  <a:pt x="1374271" y="9608"/>
                </a:lnTo>
                <a:lnTo>
                  <a:pt x="1363312" y="0"/>
                </a:lnTo>
                <a:lnTo>
                  <a:pt x="1344652" y="7180"/>
                </a:lnTo>
                <a:lnTo>
                  <a:pt x="1333080" y="4786"/>
                </a:lnTo>
                <a:lnTo>
                  <a:pt x="1311775" y="9972"/>
                </a:lnTo>
                <a:lnTo>
                  <a:pt x="1304571" y="24043"/>
                </a:lnTo>
                <a:lnTo>
                  <a:pt x="1288133" y="16354"/>
                </a:lnTo>
                <a:lnTo>
                  <a:pt x="1284454" y="9464"/>
                </a:lnTo>
                <a:lnTo>
                  <a:pt x="1273304" y="11459"/>
                </a:lnTo>
                <a:lnTo>
                  <a:pt x="1272384" y="16934"/>
                </a:lnTo>
                <a:lnTo>
                  <a:pt x="1256061" y="27415"/>
                </a:lnTo>
                <a:lnTo>
                  <a:pt x="1253379" y="38696"/>
                </a:lnTo>
                <a:lnTo>
                  <a:pt x="1242228" y="43413"/>
                </a:lnTo>
                <a:lnTo>
                  <a:pt x="1242497" y="56146"/>
                </a:lnTo>
                <a:lnTo>
                  <a:pt x="1261962" y="65907"/>
                </a:lnTo>
                <a:lnTo>
                  <a:pt x="1250696" y="76068"/>
                </a:lnTo>
                <a:lnTo>
                  <a:pt x="1246673" y="86302"/>
                </a:lnTo>
                <a:lnTo>
                  <a:pt x="1250926" y="102527"/>
                </a:lnTo>
                <a:lnTo>
                  <a:pt x="1248091" y="118502"/>
                </a:lnTo>
                <a:lnTo>
                  <a:pt x="1250198" y="142506"/>
                </a:lnTo>
                <a:lnTo>
                  <a:pt x="1242382" y="155182"/>
                </a:lnTo>
                <a:lnTo>
                  <a:pt x="1236365" y="157797"/>
                </a:lnTo>
                <a:lnTo>
                  <a:pt x="1229506" y="167206"/>
                </a:lnTo>
                <a:lnTo>
                  <a:pt x="1212685" y="181049"/>
                </a:lnTo>
                <a:lnTo>
                  <a:pt x="1207781" y="193332"/>
                </a:lnTo>
                <a:lnTo>
                  <a:pt x="1209811" y="206960"/>
                </a:lnTo>
                <a:lnTo>
                  <a:pt x="1208393" y="223318"/>
                </a:lnTo>
                <a:lnTo>
                  <a:pt x="1195519" y="232188"/>
                </a:lnTo>
                <a:lnTo>
                  <a:pt x="1189694" y="252333"/>
                </a:lnTo>
                <a:lnTo>
                  <a:pt x="1191840" y="256806"/>
                </a:lnTo>
                <a:lnTo>
                  <a:pt x="1191725" y="275174"/>
                </a:lnTo>
                <a:lnTo>
                  <a:pt x="1203259" y="291144"/>
                </a:lnTo>
                <a:lnTo>
                  <a:pt x="1204791" y="312248"/>
                </a:lnTo>
                <a:lnTo>
                  <a:pt x="1193487" y="312503"/>
                </a:lnTo>
                <a:lnTo>
                  <a:pt x="1188276" y="315923"/>
                </a:lnTo>
                <a:lnTo>
                  <a:pt x="1164903" y="360298"/>
                </a:lnTo>
                <a:lnTo>
                  <a:pt x="1151377" y="366015"/>
                </a:lnTo>
                <a:lnTo>
                  <a:pt x="1139230" y="359206"/>
                </a:lnTo>
                <a:lnTo>
                  <a:pt x="1129918" y="364595"/>
                </a:lnTo>
                <a:lnTo>
                  <a:pt x="1129305" y="380836"/>
                </a:lnTo>
                <a:lnTo>
                  <a:pt x="1133827" y="388413"/>
                </a:lnTo>
                <a:lnTo>
                  <a:pt x="1130493" y="394240"/>
                </a:lnTo>
                <a:lnTo>
                  <a:pt x="1132409" y="424333"/>
                </a:lnTo>
                <a:lnTo>
                  <a:pt x="1119343" y="442700"/>
                </a:lnTo>
                <a:lnTo>
                  <a:pt x="1109188" y="453708"/>
                </a:lnTo>
                <a:lnTo>
                  <a:pt x="1105586" y="467816"/>
                </a:lnTo>
                <a:lnTo>
                  <a:pt x="1094168" y="477988"/>
                </a:lnTo>
                <a:lnTo>
                  <a:pt x="1077844" y="479337"/>
                </a:lnTo>
                <a:lnTo>
                  <a:pt x="1067997" y="465118"/>
                </a:lnTo>
                <a:lnTo>
                  <a:pt x="1064587" y="447366"/>
                </a:lnTo>
                <a:lnTo>
                  <a:pt x="1061368" y="441535"/>
                </a:lnTo>
                <a:lnTo>
                  <a:pt x="1051903" y="446782"/>
                </a:lnTo>
                <a:lnTo>
                  <a:pt x="1046462" y="445872"/>
                </a:lnTo>
                <a:lnTo>
                  <a:pt x="1032591" y="457900"/>
                </a:lnTo>
                <a:lnTo>
                  <a:pt x="1023702" y="460343"/>
                </a:lnTo>
                <a:lnTo>
                  <a:pt x="1016305" y="471061"/>
                </a:lnTo>
                <a:lnTo>
                  <a:pt x="1008106" y="490678"/>
                </a:lnTo>
                <a:lnTo>
                  <a:pt x="999408" y="498774"/>
                </a:lnTo>
                <a:lnTo>
                  <a:pt x="983276" y="503442"/>
                </a:lnTo>
                <a:lnTo>
                  <a:pt x="973275" y="502019"/>
                </a:lnTo>
                <a:lnTo>
                  <a:pt x="955073" y="504244"/>
                </a:lnTo>
                <a:lnTo>
                  <a:pt x="947947" y="500889"/>
                </a:lnTo>
                <a:lnTo>
                  <a:pt x="943463" y="513363"/>
                </a:lnTo>
                <a:lnTo>
                  <a:pt x="954040" y="520950"/>
                </a:lnTo>
                <a:lnTo>
                  <a:pt x="954384" y="527918"/>
                </a:lnTo>
                <a:lnTo>
                  <a:pt x="962661" y="533828"/>
                </a:lnTo>
                <a:lnTo>
                  <a:pt x="962661" y="541527"/>
                </a:lnTo>
                <a:lnTo>
                  <a:pt x="947678" y="552292"/>
                </a:lnTo>
                <a:lnTo>
                  <a:pt x="941011" y="565430"/>
                </a:lnTo>
                <a:lnTo>
                  <a:pt x="945380" y="580359"/>
                </a:lnTo>
                <a:lnTo>
                  <a:pt x="960438" y="584375"/>
                </a:lnTo>
                <a:lnTo>
                  <a:pt x="960247" y="591347"/>
                </a:lnTo>
                <a:lnTo>
                  <a:pt x="968409" y="597847"/>
                </a:lnTo>
                <a:lnTo>
                  <a:pt x="980709" y="595947"/>
                </a:lnTo>
                <a:lnTo>
                  <a:pt x="1000711" y="579336"/>
                </a:lnTo>
                <a:lnTo>
                  <a:pt x="1010788" y="577731"/>
                </a:lnTo>
                <a:lnTo>
                  <a:pt x="1012436" y="587879"/>
                </a:lnTo>
                <a:lnTo>
                  <a:pt x="1018413" y="600840"/>
                </a:lnTo>
                <a:lnTo>
                  <a:pt x="1013738" y="617748"/>
                </a:lnTo>
                <a:lnTo>
                  <a:pt x="1016957" y="626841"/>
                </a:lnTo>
                <a:lnTo>
                  <a:pt x="1018260" y="655919"/>
                </a:lnTo>
                <a:lnTo>
                  <a:pt x="1028798" y="661948"/>
                </a:lnTo>
                <a:lnTo>
                  <a:pt x="1031365" y="674481"/>
                </a:lnTo>
                <a:lnTo>
                  <a:pt x="1028682" y="688991"/>
                </a:lnTo>
                <a:lnTo>
                  <a:pt x="1037534" y="687090"/>
                </a:lnTo>
                <a:lnTo>
                  <a:pt x="1043780" y="696922"/>
                </a:lnTo>
                <a:lnTo>
                  <a:pt x="1041941" y="707085"/>
                </a:lnTo>
                <a:lnTo>
                  <a:pt x="1045734" y="711069"/>
                </a:lnTo>
                <a:lnTo>
                  <a:pt x="1063169" y="711874"/>
                </a:lnTo>
                <a:lnTo>
                  <a:pt x="1070334" y="720539"/>
                </a:lnTo>
                <a:lnTo>
                  <a:pt x="1067958" y="725512"/>
                </a:lnTo>
                <a:lnTo>
                  <a:pt x="1057191" y="728985"/>
                </a:lnTo>
                <a:lnTo>
                  <a:pt x="1048991" y="737141"/>
                </a:lnTo>
                <a:lnTo>
                  <a:pt x="1028606" y="742187"/>
                </a:lnTo>
                <a:lnTo>
                  <a:pt x="1023318" y="729644"/>
                </a:lnTo>
                <a:lnTo>
                  <a:pt x="1010788" y="721965"/>
                </a:lnTo>
                <a:lnTo>
                  <a:pt x="990633" y="729168"/>
                </a:lnTo>
                <a:lnTo>
                  <a:pt x="981896" y="741748"/>
                </a:lnTo>
                <a:lnTo>
                  <a:pt x="973083" y="748953"/>
                </a:lnTo>
                <a:lnTo>
                  <a:pt x="962891" y="752098"/>
                </a:lnTo>
                <a:lnTo>
                  <a:pt x="948943" y="749648"/>
                </a:lnTo>
                <a:lnTo>
                  <a:pt x="943387" y="761975"/>
                </a:lnTo>
                <a:lnTo>
                  <a:pt x="947985" y="766803"/>
                </a:lnTo>
                <a:lnTo>
                  <a:pt x="938521" y="792049"/>
                </a:lnTo>
                <a:lnTo>
                  <a:pt x="932083" y="796184"/>
                </a:lnTo>
                <a:lnTo>
                  <a:pt x="929860" y="786487"/>
                </a:lnTo>
                <a:lnTo>
                  <a:pt x="916679" y="784767"/>
                </a:lnTo>
                <a:lnTo>
                  <a:pt x="913077" y="794171"/>
                </a:lnTo>
                <a:lnTo>
                  <a:pt x="903077" y="793623"/>
                </a:lnTo>
                <a:lnTo>
                  <a:pt x="878553" y="786560"/>
                </a:lnTo>
                <a:lnTo>
                  <a:pt x="874300" y="782060"/>
                </a:lnTo>
                <a:lnTo>
                  <a:pt x="856597" y="781950"/>
                </a:lnTo>
                <a:lnTo>
                  <a:pt x="842956" y="776059"/>
                </a:lnTo>
                <a:lnTo>
                  <a:pt x="826785" y="764682"/>
                </a:lnTo>
                <a:lnTo>
                  <a:pt x="813681" y="771962"/>
                </a:lnTo>
                <a:lnTo>
                  <a:pt x="805557" y="781731"/>
                </a:lnTo>
                <a:lnTo>
                  <a:pt x="796093" y="780120"/>
                </a:lnTo>
                <a:lnTo>
                  <a:pt x="794139" y="774816"/>
                </a:lnTo>
                <a:lnTo>
                  <a:pt x="778926" y="774889"/>
                </a:lnTo>
                <a:lnTo>
                  <a:pt x="759997" y="760255"/>
                </a:lnTo>
                <a:lnTo>
                  <a:pt x="747199" y="756195"/>
                </a:lnTo>
                <a:lnTo>
                  <a:pt x="747276" y="742589"/>
                </a:lnTo>
                <a:lnTo>
                  <a:pt x="737620" y="743979"/>
                </a:lnTo>
                <a:lnTo>
                  <a:pt x="732408" y="740212"/>
                </a:lnTo>
                <a:lnTo>
                  <a:pt x="724898" y="743870"/>
                </a:lnTo>
                <a:lnTo>
                  <a:pt x="721794" y="733191"/>
                </a:lnTo>
                <a:lnTo>
                  <a:pt x="707042" y="740688"/>
                </a:lnTo>
                <a:lnTo>
                  <a:pt x="706966" y="745844"/>
                </a:lnTo>
                <a:lnTo>
                  <a:pt x="692596" y="757110"/>
                </a:lnTo>
                <a:lnTo>
                  <a:pt x="685201" y="758537"/>
                </a:lnTo>
                <a:lnTo>
                  <a:pt x="678496" y="765962"/>
                </a:lnTo>
                <a:lnTo>
                  <a:pt x="662976" y="772839"/>
                </a:lnTo>
                <a:lnTo>
                  <a:pt x="664509" y="787475"/>
                </a:lnTo>
                <a:lnTo>
                  <a:pt x="661597" y="801601"/>
                </a:lnTo>
                <a:lnTo>
                  <a:pt x="670640" y="827075"/>
                </a:lnTo>
                <a:lnTo>
                  <a:pt x="664969" y="833152"/>
                </a:lnTo>
                <a:lnTo>
                  <a:pt x="672862" y="836924"/>
                </a:lnTo>
                <a:lnTo>
                  <a:pt x="681139" y="859589"/>
                </a:lnTo>
                <a:lnTo>
                  <a:pt x="698114" y="863214"/>
                </a:lnTo>
                <a:lnTo>
                  <a:pt x="701908" y="872590"/>
                </a:lnTo>
                <a:lnTo>
                  <a:pt x="694742" y="876510"/>
                </a:lnTo>
                <a:lnTo>
                  <a:pt x="687078" y="886803"/>
                </a:lnTo>
                <a:lnTo>
                  <a:pt x="650945" y="903362"/>
                </a:lnTo>
                <a:lnTo>
                  <a:pt x="641940" y="905524"/>
                </a:lnTo>
                <a:lnTo>
                  <a:pt x="636384" y="914867"/>
                </a:lnTo>
                <a:lnTo>
                  <a:pt x="644699" y="921940"/>
                </a:lnTo>
                <a:lnTo>
                  <a:pt x="651979" y="919008"/>
                </a:lnTo>
                <a:lnTo>
                  <a:pt x="661023" y="922673"/>
                </a:lnTo>
                <a:lnTo>
                  <a:pt x="676158" y="922050"/>
                </a:lnTo>
                <a:lnTo>
                  <a:pt x="675506" y="930370"/>
                </a:lnTo>
                <a:lnTo>
                  <a:pt x="669414" y="940706"/>
                </a:lnTo>
                <a:lnTo>
                  <a:pt x="668724" y="949467"/>
                </a:lnTo>
                <a:lnTo>
                  <a:pt x="656577" y="953425"/>
                </a:lnTo>
                <a:lnTo>
                  <a:pt x="654432" y="963764"/>
                </a:lnTo>
                <a:lnTo>
                  <a:pt x="657573" y="969888"/>
                </a:lnTo>
                <a:lnTo>
                  <a:pt x="659567" y="990093"/>
                </a:lnTo>
                <a:lnTo>
                  <a:pt x="662172" y="996695"/>
                </a:lnTo>
                <a:lnTo>
                  <a:pt x="669414" y="998749"/>
                </a:lnTo>
                <a:lnTo>
                  <a:pt x="676579" y="1010120"/>
                </a:lnTo>
                <a:lnTo>
                  <a:pt x="671330" y="1017604"/>
                </a:lnTo>
                <a:lnTo>
                  <a:pt x="680680" y="1028537"/>
                </a:lnTo>
                <a:lnTo>
                  <a:pt x="677116" y="1039105"/>
                </a:lnTo>
                <a:lnTo>
                  <a:pt x="671138" y="1043765"/>
                </a:lnTo>
                <a:lnTo>
                  <a:pt x="674778" y="1054188"/>
                </a:lnTo>
                <a:lnTo>
                  <a:pt x="672479" y="1059180"/>
                </a:lnTo>
                <a:lnTo>
                  <a:pt x="678265" y="1071146"/>
                </a:lnTo>
                <a:lnTo>
                  <a:pt x="672058" y="1090420"/>
                </a:lnTo>
                <a:lnTo>
                  <a:pt x="674663" y="1108928"/>
                </a:lnTo>
                <a:lnTo>
                  <a:pt x="666731" y="1109184"/>
                </a:lnTo>
                <a:lnTo>
                  <a:pt x="656845" y="1102061"/>
                </a:lnTo>
                <a:lnTo>
                  <a:pt x="650562" y="1110911"/>
                </a:lnTo>
                <a:lnTo>
                  <a:pt x="638377" y="1107092"/>
                </a:lnTo>
                <a:lnTo>
                  <a:pt x="630943" y="1113151"/>
                </a:lnTo>
                <a:lnTo>
                  <a:pt x="635770" y="1130341"/>
                </a:lnTo>
                <a:lnTo>
                  <a:pt x="636231" y="1144814"/>
                </a:lnTo>
                <a:lnTo>
                  <a:pt x="632974" y="1151759"/>
                </a:lnTo>
                <a:lnTo>
                  <a:pt x="606803" y="1172924"/>
                </a:lnTo>
                <a:lnTo>
                  <a:pt x="602817" y="1179172"/>
                </a:lnTo>
                <a:lnTo>
                  <a:pt x="584233" y="1195970"/>
                </a:lnTo>
                <a:lnTo>
                  <a:pt x="575075" y="1189684"/>
                </a:lnTo>
                <a:lnTo>
                  <a:pt x="566224" y="1192809"/>
                </a:lnTo>
                <a:lnTo>
                  <a:pt x="562622" y="1205161"/>
                </a:lnTo>
                <a:lnTo>
                  <a:pt x="574271" y="1212808"/>
                </a:lnTo>
                <a:lnTo>
                  <a:pt x="567948" y="1218471"/>
                </a:lnTo>
                <a:lnTo>
                  <a:pt x="558752" y="1217184"/>
                </a:lnTo>
                <a:lnTo>
                  <a:pt x="554039" y="1221559"/>
                </a:lnTo>
                <a:lnTo>
                  <a:pt x="551357" y="1243772"/>
                </a:lnTo>
                <a:lnTo>
                  <a:pt x="557449" y="1251679"/>
                </a:lnTo>
                <a:lnTo>
                  <a:pt x="561128" y="1268234"/>
                </a:lnTo>
                <a:lnTo>
                  <a:pt x="557755" y="1288213"/>
                </a:lnTo>
                <a:lnTo>
                  <a:pt x="542122" y="1302676"/>
                </a:lnTo>
                <a:lnTo>
                  <a:pt x="537486" y="1314712"/>
                </a:lnTo>
                <a:lnTo>
                  <a:pt x="523576" y="1317140"/>
                </a:lnTo>
                <a:lnTo>
                  <a:pt x="516449" y="1328332"/>
                </a:lnTo>
                <a:lnTo>
                  <a:pt x="509628" y="1333339"/>
                </a:lnTo>
                <a:lnTo>
                  <a:pt x="509207" y="1339855"/>
                </a:lnTo>
                <a:lnTo>
                  <a:pt x="502616" y="1350570"/>
                </a:lnTo>
                <a:lnTo>
                  <a:pt x="481924" y="1373552"/>
                </a:lnTo>
                <a:lnTo>
                  <a:pt x="476943" y="1374878"/>
                </a:lnTo>
                <a:lnTo>
                  <a:pt x="471157" y="1368726"/>
                </a:lnTo>
                <a:lnTo>
                  <a:pt x="460658" y="1363975"/>
                </a:lnTo>
                <a:lnTo>
                  <a:pt x="446672" y="1373293"/>
                </a:lnTo>
                <a:lnTo>
                  <a:pt x="424754" y="1378045"/>
                </a:lnTo>
                <a:lnTo>
                  <a:pt x="410078" y="1400370"/>
                </a:lnTo>
                <a:lnTo>
                  <a:pt x="406055" y="1400370"/>
                </a:lnTo>
                <a:lnTo>
                  <a:pt x="394636" y="1420747"/>
                </a:lnTo>
                <a:lnTo>
                  <a:pt x="379271" y="1427307"/>
                </a:lnTo>
                <a:lnTo>
                  <a:pt x="366971" y="1435969"/>
                </a:lnTo>
                <a:lnTo>
                  <a:pt x="363254" y="1453773"/>
                </a:lnTo>
                <a:lnTo>
                  <a:pt x="365553" y="1462474"/>
                </a:lnTo>
                <a:lnTo>
                  <a:pt x="364020" y="1484339"/>
                </a:lnTo>
                <a:lnTo>
                  <a:pt x="344172" y="1495146"/>
                </a:lnTo>
                <a:lnTo>
                  <a:pt x="335933" y="1496842"/>
                </a:lnTo>
                <a:lnTo>
                  <a:pt x="327465" y="1489835"/>
                </a:lnTo>
                <a:lnTo>
                  <a:pt x="313172" y="1498503"/>
                </a:lnTo>
                <a:lnTo>
                  <a:pt x="301026" y="1493117"/>
                </a:lnTo>
                <a:lnTo>
                  <a:pt x="283936" y="1495294"/>
                </a:lnTo>
                <a:lnTo>
                  <a:pt x="276119" y="1492749"/>
                </a:lnTo>
                <a:lnTo>
                  <a:pt x="273628" y="1499535"/>
                </a:lnTo>
                <a:lnTo>
                  <a:pt x="257190" y="1522333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浙江省轮廓 2 可编辑顶点">
            <a:extLst>
              <a:ext uri="{FF2B5EF4-FFF2-40B4-BE49-F238E27FC236}">
                <a16:creationId xmlns:a16="http://schemas.microsoft.com/office/drawing/2014/main" id="{34D9B83E-5CC0-02F2-7F5B-5E030F95A175}"/>
              </a:ext>
            </a:extLst>
          </p:cNvPr>
          <p:cNvSpPr/>
          <p:nvPr/>
        </p:nvSpPr>
        <p:spPr>
          <a:xfrm>
            <a:off x="3814885" y="2240312"/>
            <a:ext cx="320646" cy="220517"/>
          </a:xfrm>
          <a:custGeom>
            <a:avLst/>
            <a:gdLst/>
            <a:ahLst/>
            <a:cxnLst/>
            <a:rect l="0" t="0" r="0" b="0"/>
            <a:pathLst>
              <a:path w="320646" h="220517">
                <a:moveTo>
                  <a:pt x="250561" y="106375"/>
                </a:moveTo>
                <a:lnTo>
                  <a:pt x="250293" y="100359"/>
                </a:lnTo>
                <a:lnTo>
                  <a:pt x="257612" y="96436"/>
                </a:lnTo>
                <a:lnTo>
                  <a:pt x="269835" y="95372"/>
                </a:lnTo>
                <a:lnTo>
                  <a:pt x="271214" y="98893"/>
                </a:lnTo>
                <a:lnTo>
                  <a:pt x="284281" y="97536"/>
                </a:lnTo>
                <a:lnTo>
                  <a:pt x="285430" y="87231"/>
                </a:lnTo>
                <a:lnTo>
                  <a:pt x="279376" y="74874"/>
                </a:lnTo>
                <a:lnTo>
                  <a:pt x="268187" y="72601"/>
                </a:lnTo>
                <a:lnTo>
                  <a:pt x="251672" y="76414"/>
                </a:lnTo>
                <a:lnTo>
                  <a:pt x="237993" y="67908"/>
                </a:lnTo>
                <a:lnTo>
                  <a:pt x="199751" y="67394"/>
                </a:lnTo>
                <a:lnTo>
                  <a:pt x="192586" y="59916"/>
                </a:lnTo>
                <a:lnTo>
                  <a:pt x="182509" y="59843"/>
                </a:lnTo>
                <a:lnTo>
                  <a:pt x="172507" y="63875"/>
                </a:lnTo>
                <a:lnTo>
                  <a:pt x="163349" y="58340"/>
                </a:lnTo>
                <a:lnTo>
                  <a:pt x="154115" y="42395"/>
                </a:lnTo>
                <a:lnTo>
                  <a:pt x="145110" y="38400"/>
                </a:lnTo>
                <a:lnTo>
                  <a:pt x="143961" y="31107"/>
                </a:lnTo>
                <a:lnTo>
                  <a:pt x="136910" y="26123"/>
                </a:lnTo>
                <a:lnTo>
                  <a:pt x="125070" y="23192"/>
                </a:lnTo>
                <a:lnTo>
                  <a:pt x="107137" y="26747"/>
                </a:lnTo>
                <a:lnTo>
                  <a:pt x="88515" y="32902"/>
                </a:lnTo>
                <a:lnTo>
                  <a:pt x="79203" y="31400"/>
                </a:lnTo>
                <a:lnTo>
                  <a:pt x="47668" y="20224"/>
                </a:lnTo>
                <a:lnTo>
                  <a:pt x="32800" y="8535"/>
                </a:lnTo>
                <a:lnTo>
                  <a:pt x="15634" y="0"/>
                </a:lnTo>
                <a:lnTo>
                  <a:pt x="11611" y="7107"/>
                </a:lnTo>
                <a:lnTo>
                  <a:pt x="1035" y="14508"/>
                </a:lnTo>
                <a:lnTo>
                  <a:pt x="0" y="20041"/>
                </a:lnTo>
                <a:lnTo>
                  <a:pt x="10423" y="32316"/>
                </a:lnTo>
                <a:lnTo>
                  <a:pt x="37666" y="74874"/>
                </a:lnTo>
                <a:lnTo>
                  <a:pt x="44487" y="97829"/>
                </a:lnTo>
                <a:lnTo>
                  <a:pt x="33567" y="111583"/>
                </a:lnTo>
                <a:lnTo>
                  <a:pt x="35943" y="120937"/>
                </a:lnTo>
                <a:lnTo>
                  <a:pt x="49431" y="131026"/>
                </a:lnTo>
                <a:lnTo>
                  <a:pt x="59891" y="145665"/>
                </a:lnTo>
                <a:lnTo>
                  <a:pt x="71118" y="171392"/>
                </a:lnTo>
                <a:lnTo>
                  <a:pt x="80813" y="173925"/>
                </a:lnTo>
                <a:lnTo>
                  <a:pt x="107712" y="160014"/>
                </a:lnTo>
                <a:lnTo>
                  <a:pt x="122541" y="158546"/>
                </a:lnTo>
                <a:lnTo>
                  <a:pt x="135262" y="160197"/>
                </a:lnTo>
                <a:lnTo>
                  <a:pt x="144650" y="179100"/>
                </a:lnTo>
                <a:lnTo>
                  <a:pt x="159518" y="176164"/>
                </a:lnTo>
                <a:lnTo>
                  <a:pt x="182087" y="174365"/>
                </a:lnTo>
                <a:lnTo>
                  <a:pt x="200518" y="183505"/>
                </a:lnTo>
                <a:lnTo>
                  <a:pt x="237379" y="198081"/>
                </a:lnTo>
                <a:lnTo>
                  <a:pt x="267804" y="220516"/>
                </a:lnTo>
                <a:lnTo>
                  <a:pt x="291102" y="215191"/>
                </a:lnTo>
                <a:lnTo>
                  <a:pt x="302903" y="217137"/>
                </a:lnTo>
                <a:lnTo>
                  <a:pt x="309034" y="198447"/>
                </a:lnTo>
                <a:lnTo>
                  <a:pt x="316276" y="185341"/>
                </a:lnTo>
                <a:lnTo>
                  <a:pt x="318613" y="168860"/>
                </a:lnTo>
                <a:lnTo>
                  <a:pt x="315510" y="158767"/>
                </a:lnTo>
                <a:lnTo>
                  <a:pt x="320645" y="154289"/>
                </a:lnTo>
                <a:lnTo>
                  <a:pt x="318307" y="146325"/>
                </a:lnTo>
                <a:lnTo>
                  <a:pt x="310681" y="145592"/>
                </a:lnTo>
                <a:lnTo>
                  <a:pt x="304972" y="136125"/>
                </a:lnTo>
                <a:lnTo>
                  <a:pt x="293286" y="130035"/>
                </a:lnTo>
                <a:lnTo>
                  <a:pt x="277614" y="106338"/>
                </a:lnTo>
                <a:lnTo>
                  <a:pt x="260715" y="108759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浙江省轮廓 3 可编辑顶点">
            <a:extLst>
              <a:ext uri="{FF2B5EF4-FFF2-40B4-BE49-F238E27FC236}">
                <a16:creationId xmlns:a16="http://schemas.microsoft.com/office/drawing/2014/main" id="{2DF17F03-D1D0-9E88-F27C-8DC948A70393}"/>
              </a:ext>
            </a:extLst>
          </p:cNvPr>
          <p:cNvSpPr/>
          <p:nvPr/>
        </p:nvSpPr>
        <p:spPr>
          <a:xfrm>
            <a:off x="3977238" y="2226025"/>
            <a:ext cx="58091" cy="55510"/>
          </a:xfrm>
          <a:custGeom>
            <a:avLst/>
            <a:gdLst/>
            <a:ahLst/>
            <a:cxnLst/>
            <a:rect l="0" t="0" r="0" b="0"/>
            <a:pathLst>
              <a:path w="58091" h="55510">
                <a:moveTo>
                  <a:pt x="5709" y="8865"/>
                </a:moveTo>
                <a:lnTo>
                  <a:pt x="0" y="29564"/>
                </a:lnTo>
                <a:lnTo>
                  <a:pt x="5518" y="47703"/>
                </a:lnTo>
                <a:lnTo>
                  <a:pt x="15021" y="55509"/>
                </a:lnTo>
                <a:lnTo>
                  <a:pt x="20653" y="54446"/>
                </a:lnTo>
                <a:lnTo>
                  <a:pt x="25597" y="40117"/>
                </a:lnTo>
                <a:lnTo>
                  <a:pt x="36670" y="34804"/>
                </a:lnTo>
                <a:lnTo>
                  <a:pt x="31842" y="32679"/>
                </a:lnTo>
                <a:lnTo>
                  <a:pt x="42035" y="21540"/>
                </a:lnTo>
                <a:lnTo>
                  <a:pt x="50235" y="22200"/>
                </a:lnTo>
                <a:lnTo>
                  <a:pt x="47170" y="16302"/>
                </a:lnTo>
                <a:lnTo>
                  <a:pt x="58090" y="9928"/>
                </a:lnTo>
                <a:lnTo>
                  <a:pt x="41077" y="5678"/>
                </a:lnTo>
                <a:lnTo>
                  <a:pt x="26937" y="7363"/>
                </a:lnTo>
                <a:lnTo>
                  <a:pt x="25711" y="0"/>
                </a:lnTo>
                <a:lnTo>
                  <a:pt x="17818" y="1429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浙江省轮廓 4 可编辑顶点">
            <a:extLst>
              <a:ext uri="{FF2B5EF4-FFF2-40B4-BE49-F238E27FC236}">
                <a16:creationId xmlns:a16="http://schemas.microsoft.com/office/drawing/2014/main" id="{70AB364C-C386-8661-4CD3-A6FD936FCAD7}"/>
              </a:ext>
            </a:extLst>
          </p:cNvPr>
          <p:cNvSpPr/>
          <p:nvPr/>
        </p:nvSpPr>
        <p:spPr>
          <a:xfrm>
            <a:off x="4027205" y="2659327"/>
            <a:ext cx="57516" cy="33722"/>
          </a:xfrm>
          <a:custGeom>
            <a:avLst/>
            <a:gdLst/>
            <a:ahLst/>
            <a:cxnLst/>
            <a:rect l="0" t="0" r="0" b="0"/>
            <a:pathLst>
              <a:path w="57516" h="33722">
                <a:moveTo>
                  <a:pt x="0" y="11153"/>
                </a:moveTo>
                <a:lnTo>
                  <a:pt x="16591" y="19805"/>
                </a:lnTo>
                <a:lnTo>
                  <a:pt x="29849" y="31881"/>
                </a:lnTo>
                <a:lnTo>
                  <a:pt x="33182" y="24591"/>
                </a:lnTo>
                <a:lnTo>
                  <a:pt x="49123" y="27278"/>
                </a:lnTo>
                <a:lnTo>
                  <a:pt x="54373" y="33721"/>
                </a:lnTo>
                <a:lnTo>
                  <a:pt x="57515" y="24149"/>
                </a:lnTo>
                <a:lnTo>
                  <a:pt x="42456" y="24664"/>
                </a:lnTo>
                <a:lnTo>
                  <a:pt x="17013" y="12516"/>
                </a:lnTo>
                <a:lnTo>
                  <a:pt x="19465" y="8504"/>
                </a:lnTo>
                <a:lnTo>
                  <a:pt x="14331" y="1362"/>
                </a:lnTo>
                <a:lnTo>
                  <a:pt x="7817" y="3461"/>
                </a:lnTo>
                <a:lnTo>
                  <a:pt x="345" y="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浙江省轮廓 5 可编辑顶点">
            <a:extLst>
              <a:ext uri="{FF2B5EF4-FFF2-40B4-BE49-F238E27FC236}">
                <a16:creationId xmlns:a16="http://schemas.microsoft.com/office/drawing/2014/main" id="{1C9EC726-1A85-0E4F-B481-CBB51D3F22E4}"/>
              </a:ext>
            </a:extLst>
          </p:cNvPr>
          <p:cNvSpPr/>
          <p:nvPr/>
        </p:nvSpPr>
        <p:spPr>
          <a:xfrm>
            <a:off x="4198371" y="1740228"/>
            <a:ext cx="87251" cy="46127"/>
          </a:xfrm>
          <a:custGeom>
            <a:avLst/>
            <a:gdLst/>
            <a:ahLst/>
            <a:cxnLst/>
            <a:rect l="0" t="0" r="0" b="0"/>
            <a:pathLst>
              <a:path w="87251" h="46127">
                <a:moveTo>
                  <a:pt x="0" y="4007"/>
                </a:moveTo>
                <a:lnTo>
                  <a:pt x="10958" y="8888"/>
                </a:lnTo>
                <a:lnTo>
                  <a:pt x="11610" y="23861"/>
                </a:lnTo>
                <a:lnTo>
                  <a:pt x="2069" y="32642"/>
                </a:lnTo>
                <a:lnTo>
                  <a:pt x="0" y="42044"/>
                </a:lnTo>
                <a:lnTo>
                  <a:pt x="7356" y="45870"/>
                </a:lnTo>
                <a:lnTo>
                  <a:pt x="12951" y="41096"/>
                </a:lnTo>
                <a:lnTo>
                  <a:pt x="17358" y="46126"/>
                </a:lnTo>
                <a:lnTo>
                  <a:pt x="46364" y="37416"/>
                </a:lnTo>
                <a:lnTo>
                  <a:pt x="48970" y="42263"/>
                </a:lnTo>
                <a:lnTo>
                  <a:pt x="56059" y="35594"/>
                </a:lnTo>
                <a:lnTo>
                  <a:pt x="64258" y="43028"/>
                </a:lnTo>
                <a:lnTo>
                  <a:pt x="67094" y="36650"/>
                </a:lnTo>
                <a:lnTo>
                  <a:pt x="83763" y="40003"/>
                </a:lnTo>
                <a:lnTo>
                  <a:pt x="87250" y="35193"/>
                </a:lnTo>
                <a:lnTo>
                  <a:pt x="77134" y="25974"/>
                </a:lnTo>
                <a:lnTo>
                  <a:pt x="84605" y="22768"/>
                </a:lnTo>
                <a:lnTo>
                  <a:pt x="78436" y="16210"/>
                </a:lnTo>
                <a:lnTo>
                  <a:pt x="61155" y="20546"/>
                </a:lnTo>
                <a:lnTo>
                  <a:pt x="60159" y="26631"/>
                </a:lnTo>
                <a:lnTo>
                  <a:pt x="45866" y="28525"/>
                </a:lnTo>
                <a:lnTo>
                  <a:pt x="35827" y="24882"/>
                </a:lnTo>
                <a:lnTo>
                  <a:pt x="30731" y="11402"/>
                </a:lnTo>
                <a:lnTo>
                  <a:pt x="25558" y="11402"/>
                </a:lnTo>
                <a:lnTo>
                  <a:pt x="17779" y="0"/>
                </a:lnTo>
                <a:lnTo>
                  <a:pt x="3563" y="619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浙江省轮廓 6 可编辑顶点">
            <a:extLst>
              <a:ext uri="{FF2B5EF4-FFF2-40B4-BE49-F238E27FC236}">
                <a16:creationId xmlns:a16="http://schemas.microsoft.com/office/drawing/2014/main" id="{AA46D899-93E1-0DD7-9532-E1F3ADF4C457}"/>
              </a:ext>
            </a:extLst>
          </p:cNvPr>
          <p:cNvSpPr/>
          <p:nvPr/>
        </p:nvSpPr>
        <p:spPr>
          <a:xfrm>
            <a:off x="3905814" y="2091302"/>
            <a:ext cx="152851" cy="108649"/>
          </a:xfrm>
          <a:custGeom>
            <a:avLst/>
            <a:gdLst/>
            <a:ahLst/>
            <a:cxnLst/>
            <a:rect l="0" t="0" r="0" b="0"/>
            <a:pathLst>
              <a:path w="152851" h="108649">
                <a:moveTo>
                  <a:pt x="86598" y="18580"/>
                </a:moveTo>
                <a:lnTo>
                  <a:pt x="71769" y="31347"/>
                </a:lnTo>
                <a:lnTo>
                  <a:pt x="66864" y="25933"/>
                </a:lnTo>
                <a:lnTo>
                  <a:pt x="63186" y="32263"/>
                </a:lnTo>
                <a:lnTo>
                  <a:pt x="56441" y="27360"/>
                </a:lnTo>
                <a:lnTo>
                  <a:pt x="31880" y="45251"/>
                </a:lnTo>
                <a:lnTo>
                  <a:pt x="12491" y="43714"/>
                </a:lnTo>
                <a:lnTo>
                  <a:pt x="5172" y="41116"/>
                </a:lnTo>
                <a:lnTo>
                  <a:pt x="0" y="45178"/>
                </a:lnTo>
                <a:lnTo>
                  <a:pt x="4636" y="52606"/>
                </a:lnTo>
                <a:lnTo>
                  <a:pt x="38279" y="67537"/>
                </a:lnTo>
                <a:lnTo>
                  <a:pt x="64297" y="88292"/>
                </a:lnTo>
                <a:lnTo>
                  <a:pt x="73570" y="93344"/>
                </a:lnTo>
                <a:lnTo>
                  <a:pt x="110776" y="95577"/>
                </a:lnTo>
                <a:lnTo>
                  <a:pt x="115030" y="103998"/>
                </a:lnTo>
                <a:lnTo>
                  <a:pt x="121889" y="102937"/>
                </a:lnTo>
                <a:lnTo>
                  <a:pt x="122234" y="108648"/>
                </a:lnTo>
                <a:lnTo>
                  <a:pt x="138787" y="105463"/>
                </a:lnTo>
                <a:lnTo>
                  <a:pt x="138251" y="80641"/>
                </a:lnTo>
                <a:lnTo>
                  <a:pt x="144304" y="65817"/>
                </a:lnTo>
                <a:lnTo>
                  <a:pt x="139783" y="64938"/>
                </a:lnTo>
                <a:lnTo>
                  <a:pt x="134380" y="53813"/>
                </a:lnTo>
                <a:lnTo>
                  <a:pt x="146067" y="48397"/>
                </a:lnTo>
                <a:lnTo>
                  <a:pt x="152850" y="41225"/>
                </a:lnTo>
                <a:lnTo>
                  <a:pt x="140166" y="39909"/>
                </a:lnTo>
                <a:lnTo>
                  <a:pt x="132158" y="23189"/>
                </a:lnTo>
                <a:lnTo>
                  <a:pt x="137407" y="18800"/>
                </a:lnTo>
                <a:lnTo>
                  <a:pt x="125759" y="14447"/>
                </a:lnTo>
                <a:lnTo>
                  <a:pt x="122348" y="18544"/>
                </a:lnTo>
                <a:lnTo>
                  <a:pt x="108554" y="19166"/>
                </a:lnTo>
                <a:lnTo>
                  <a:pt x="109014" y="11777"/>
                </a:lnTo>
                <a:lnTo>
                  <a:pt x="101121" y="8595"/>
                </a:lnTo>
                <a:lnTo>
                  <a:pt x="98323" y="0"/>
                </a:lnTo>
                <a:lnTo>
                  <a:pt x="94951" y="1163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浙江省轮廓 7 可编辑顶点">
            <a:extLst>
              <a:ext uri="{FF2B5EF4-FFF2-40B4-BE49-F238E27FC236}">
                <a16:creationId xmlns:a16="http://schemas.microsoft.com/office/drawing/2014/main" id="{0C8DCC3B-236A-D4C7-818F-EE505A5CE29C}"/>
              </a:ext>
            </a:extLst>
          </p:cNvPr>
          <p:cNvSpPr/>
          <p:nvPr/>
        </p:nvSpPr>
        <p:spPr>
          <a:xfrm>
            <a:off x="4080313" y="2158327"/>
            <a:ext cx="119515" cy="45103"/>
          </a:xfrm>
          <a:custGeom>
            <a:avLst/>
            <a:gdLst/>
            <a:ahLst/>
            <a:cxnLst/>
            <a:rect l="0" t="0" r="0" b="0"/>
            <a:pathLst>
              <a:path w="119515" h="45103">
                <a:moveTo>
                  <a:pt x="32302" y="23316"/>
                </a:moveTo>
                <a:lnTo>
                  <a:pt x="1572" y="29211"/>
                </a:lnTo>
                <a:lnTo>
                  <a:pt x="0" y="36058"/>
                </a:lnTo>
                <a:lnTo>
                  <a:pt x="6667" y="43674"/>
                </a:lnTo>
                <a:lnTo>
                  <a:pt x="12262" y="43967"/>
                </a:lnTo>
                <a:lnTo>
                  <a:pt x="17511" y="37192"/>
                </a:lnTo>
                <a:lnTo>
                  <a:pt x="23029" y="41844"/>
                </a:lnTo>
                <a:lnTo>
                  <a:pt x="25712" y="36094"/>
                </a:lnTo>
                <a:lnTo>
                  <a:pt x="33030" y="35070"/>
                </a:lnTo>
                <a:lnTo>
                  <a:pt x="41460" y="40672"/>
                </a:lnTo>
                <a:lnTo>
                  <a:pt x="47361" y="35691"/>
                </a:lnTo>
                <a:lnTo>
                  <a:pt x="56557" y="37962"/>
                </a:lnTo>
                <a:lnTo>
                  <a:pt x="67018" y="32287"/>
                </a:lnTo>
                <a:lnTo>
                  <a:pt x="67938" y="18595"/>
                </a:lnTo>
                <a:lnTo>
                  <a:pt x="81541" y="19473"/>
                </a:lnTo>
                <a:lnTo>
                  <a:pt x="82537" y="33568"/>
                </a:lnTo>
                <a:lnTo>
                  <a:pt x="89971" y="31994"/>
                </a:lnTo>
                <a:lnTo>
                  <a:pt x="94377" y="45102"/>
                </a:lnTo>
                <a:lnTo>
                  <a:pt x="102961" y="42832"/>
                </a:lnTo>
                <a:lnTo>
                  <a:pt x="102577" y="35472"/>
                </a:lnTo>
                <a:lnTo>
                  <a:pt x="109935" y="32909"/>
                </a:lnTo>
                <a:lnTo>
                  <a:pt x="111199" y="26282"/>
                </a:lnTo>
                <a:lnTo>
                  <a:pt x="119514" y="22182"/>
                </a:lnTo>
                <a:lnTo>
                  <a:pt x="104034" y="16654"/>
                </a:lnTo>
                <a:lnTo>
                  <a:pt x="102194" y="2672"/>
                </a:lnTo>
                <a:lnTo>
                  <a:pt x="96830" y="0"/>
                </a:lnTo>
                <a:lnTo>
                  <a:pt x="85449" y="4172"/>
                </a:lnTo>
                <a:lnTo>
                  <a:pt x="64489" y="3953"/>
                </a:lnTo>
                <a:lnTo>
                  <a:pt x="57209" y="7394"/>
                </a:lnTo>
                <a:lnTo>
                  <a:pt x="36364" y="5087"/>
                </a:lnTo>
                <a:lnTo>
                  <a:pt x="33260" y="9077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浙江省轮廓 8 可编辑顶点">
            <a:extLst>
              <a:ext uri="{FF2B5EF4-FFF2-40B4-BE49-F238E27FC236}">
                <a16:creationId xmlns:a16="http://schemas.microsoft.com/office/drawing/2014/main" id="{ED8D5C26-6693-B4A4-77E0-DC60CE115E2E}"/>
              </a:ext>
            </a:extLst>
          </p:cNvPr>
          <p:cNvSpPr/>
          <p:nvPr/>
        </p:nvSpPr>
        <p:spPr>
          <a:xfrm>
            <a:off x="3875849" y="3114000"/>
            <a:ext cx="47592" cy="49991"/>
          </a:xfrm>
          <a:custGeom>
            <a:avLst/>
            <a:gdLst/>
            <a:ahLst/>
            <a:cxnLst/>
            <a:rect l="0" t="0" r="0" b="0"/>
            <a:pathLst>
              <a:path w="47592" h="49991">
                <a:moveTo>
                  <a:pt x="10116" y="25972"/>
                </a:moveTo>
                <a:lnTo>
                  <a:pt x="0" y="49990"/>
                </a:lnTo>
                <a:lnTo>
                  <a:pt x="11074" y="46141"/>
                </a:lnTo>
                <a:lnTo>
                  <a:pt x="18891" y="49583"/>
                </a:lnTo>
                <a:lnTo>
                  <a:pt x="20615" y="39479"/>
                </a:lnTo>
                <a:lnTo>
                  <a:pt x="33758" y="43772"/>
                </a:lnTo>
                <a:lnTo>
                  <a:pt x="42456" y="37369"/>
                </a:lnTo>
                <a:lnTo>
                  <a:pt x="47591" y="26158"/>
                </a:lnTo>
                <a:lnTo>
                  <a:pt x="38816" y="29858"/>
                </a:lnTo>
                <a:lnTo>
                  <a:pt x="27742" y="28896"/>
                </a:lnTo>
                <a:lnTo>
                  <a:pt x="24255" y="20829"/>
                </a:lnTo>
                <a:lnTo>
                  <a:pt x="34410" y="16500"/>
                </a:lnTo>
                <a:lnTo>
                  <a:pt x="28585" y="12431"/>
                </a:lnTo>
                <a:lnTo>
                  <a:pt x="33337" y="6142"/>
                </a:lnTo>
                <a:lnTo>
                  <a:pt x="17779" y="0"/>
                </a:lnTo>
                <a:lnTo>
                  <a:pt x="13909" y="9878"/>
                </a:lnTo>
                <a:lnTo>
                  <a:pt x="18393" y="15057"/>
                </a:lnTo>
                <a:lnTo>
                  <a:pt x="12760" y="17907"/>
                </a:lnTo>
                <a:lnTo>
                  <a:pt x="21381" y="2490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浙江省轮廓 9 可编辑顶点">
            <a:extLst>
              <a:ext uri="{FF2B5EF4-FFF2-40B4-BE49-F238E27FC236}">
                <a16:creationId xmlns:a16="http://schemas.microsoft.com/office/drawing/2014/main" id="{A6CD1F04-7803-1BFC-5648-08F2860A08CE}"/>
              </a:ext>
            </a:extLst>
          </p:cNvPr>
          <p:cNvSpPr/>
          <p:nvPr/>
        </p:nvSpPr>
        <p:spPr>
          <a:xfrm>
            <a:off x="3746143" y="3511962"/>
            <a:ext cx="48857" cy="36269"/>
          </a:xfrm>
          <a:custGeom>
            <a:avLst/>
            <a:gdLst/>
            <a:ahLst/>
            <a:cxnLst/>
            <a:rect l="0" t="0" r="0" b="0"/>
            <a:pathLst>
              <a:path w="48857" h="36269">
                <a:moveTo>
                  <a:pt x="1800" y="25824"/>
                </a:moveTo>
                <a:lnTo>
                  <a:pt x="0" y="29949"/>
                </a:lnTo>
                <a:lnTo>
                  <a:pt x="10001" y="30990"/>
                </a:lnTo>
                <a:lnTo>
                  <a:pt x="14599" y="36268"/>
                </a:lnTo>
                <a:lnTo>
                  <a:pt x="20462" y="31324"/>
                </a:lnTo>
                <a:lnTo>
                  <a:pt x="15020" y="21923"/>
                </a:lnTo>
                <a:lnTo>
                  <a:pt x="26248" y="12373"/>
                </a:lnTo>
                <a:lnTo>
                  <a:pt x="35980" y="9326"/>
                </a:lnTo>
                <a:lnTo>
                  <a:pt x="38395" y="4644"/>
                </a:lnTo>
                <a:lnTo>
                  <a:pt x="48856" y="595"/>
                </a:lnTo>
                <a:lnTo>
                  <a:pt x="35980" y="0"/>
                </a:lnTo>
                <a:lnTo>
                  <a:pt x="22608" y="12076"/>
                </a:lnTo>
                <a:lnTo>
                  <a:pt x="3410" y="12224"/>
                </a:lnTo>
                <a:lnTo>
                  <a:pt x="153" y="18876"/>
                </a:lnTo>
                <a:lnTo>
                  <a:pt x="6820" y="23669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浙江省轮廓 10 可编辑顶点">
            <a:extLst>
              <a:ext uri="{FF2B5EF4-FFF2-40B4-BE49-F238E27FC236}">
                <a16:creationId xmlns:a16="http://schemas.microsoft.com/office/drawing/2014/main" id="{1EEC12D8-9970-6761-5526-62AA09E68562}"/>
              </a:ext>
            </a:extLst>
          </p:cNvPr>
          <p:cNvSpPr/>
          <p:nvPr/>
        </p:nvSpPr>
        <p:spPr>
          <a:xfrm>
            <a:off x="3670503" y="3563319"/>
            <a:ext cx="45868" cy="22828"/>
          </a:xfrm>
          <a:custGeom>
            <a:avLst/>
            <a:gdLst/>
            <a:ahLst/>
            <a:cxnLst/>
            <a:rect l="0" t="0" r="0" b="0"/>
            <a:pathLst>
              <a:path w="45868" h="22828">
                <a:moveTo>
                  <a:pt x="0" y="13012"/>
                </a:moveTo>
                <a:lnTo>
                  <a:pt x="2031" y="19480"/>
                </a:lnTo>
                <a:lnTo>
                  <a:pt x="14484" y="12863"/>
                </a:lnTo>
                <a:lnTo>
                  <a:pt x="22608" y="15651"/>
                </a:lnTo>
                <a:lnTo>
                  <a:pt x="24945" y="22417"/>
                </a:lnTo>
                <a:lnTo>
                  <a:pt x="34563" y="22827"/>
                </a:lnTo>
                <a:lnTo>
                  <a:pt x="39238" y="8774"/>
                </a:lnTo>
                <a:lnTo>
                  <a:pt x="45867" y="5093"/>
                </a:lnTo>
                <a:lnTo>
                  <a:pt x="40426" y="2417"/>
                </a:lnTo>
                <a:lnTo>
                  <a:pt x="31421" y="12713"/>
                </a:lnTo>
                <a:lnTo>
                  <a:pt x="17971" y="9778"/>
                </a:lnTo>
                <a:lnTo>
                  <a:pt x="24026" y="5316"/>
                </a:lnTo>
                <a:lnTo>
                  <a:pt x="12147" y="0"/>
                </a:lnTo>
                <a:lnTo>
                  <a:pt x="9503" y="14127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浙江省轮廓 11 可编辑顶点">
            <a:extLst>
              <a:ext uri="{FF2B5EF4-FFF2-40B4-BE49-F238E27FC236}">
                <a16:creationId xmlns:a16="http://schemas.microsoft.com/office/drawing/2014/main" id="{77C5A665-ADBE-A31C-CD7E-D2D65CA74378}"/>
              </a:ext>
            </a:extLst>
          </p:cNvPr>
          <p:cNvSpPr/>
          <p:nvPr/>
        </p:nvSpPr>
        <p:spPr>
          <a:xfrm>
            <a:off x="4120202" y="2441513"/>
            <a:ext cx="83840" cy="116397"/>
          </a:xfrm>
          <a:custGeom>
            <a:avLst/>
            <a:gdLst/>
            <a:ahLst/>
            <a:cxnLst/>
            <a:rect l="0" t="0" r="0" b="0"/>
            <a:pathLst>
              <a:path w="83840" h="116397">
                <a:moveTo>
                  <a:pt x="2951" y="18801"/>
                </a:moveTo>
                <a:lnTo>
                  <a:pt x="0" y="32207"/>
                </a:lnTo>
                <a:lnTo>
                  <a:pt x="10998" y="45541"/>
                </a:lnTo>
                <a:lnTo>
                  <a:pt x="27665" y="57885"/>
                </a:lnTo>
                <a:lnTo>
                  <a:pt x="35138" y="58950"/>
                </a:lnTo>
                <a:lnTo>
                  <a:pt x="38241" y="64719"/>
                </a:lnTo>
                <a:lnTo>
                  <a:pt x="38625" y="78683"/>
                </a:lnTo>
                <a:lnTo>
                  <a:pt x="33298" y="86842"/>
                </a:lnTo>
                <a:lnTo>
                  <a:pt x="39813" y="103786"/>
                </a:lnTo>
                <a:lnTo>
                  <a:pt x="46058" y="111910"/>
                </a:lnTo>
                <a:lnTo>
                  <a:pt x="69279" y="116396"/>
                </a:lnTo>
                <a:lnTo>
                  <a:pt x="66980" y="99081"/>
                </a:lnTo>
                <a:lnTo>
                  <a:pt x="55178" y="94376"/>
                </a:lnTo>
                <a:lnTo>
                  <a:pt x="58090" y="79675"/>
                </a:lnTo>
                <a:lnTo>
                  <a:pt x="71693" y="76956"/>
                </a:lnTo>
                <a:lnTo>
                  <a:pt x="71157" y="69459"/>
                </a:lnTo>
                <a:lnTo>
                  <a:pt x="83188" y="67585"/>
                </a:lnTo>
                <a:lnTo>
                  <a:pt x="81655" y="58252"/>
                </a:lnTo>
                <a:lnTo>
                  <a:pt x="83839" y="47304"/>
                </a:lnTo>
                <a:lnTo>
                  <a:pt x="67286" y="41647"/>
                </a:lnTo>
                <a:lnTo>
                  <a:pt x="65179" y="36835"/>
                </a:lnTo>
                <a:lnTo>
                  <a:pt x="80200" y="37753"/>
                </a:lnTo>
                <a:lnTo>
                  <a:pt x="72727" y="19499"/>
                </a:lnTo>
                <a:lnTo>
                  <a:pt x="75601" y="11934"/>
                </a:lnTo>
                <a:lnTo>
                  <a:pt x="63646" y="6867"/>
                </a:lnTo>
                <a:lnTo>
                  <a:pt x="64643" y="12815"/>
                </a:lnTo>
                <a:lnTo>
                  <a:pt x="57898" y="11897"/>
                </a:lnTo>
                <a:lnTo>
                  <a:pt x="55025" y="17406"/>
                </a:lnTo>
                <a:lnTo>
                  <a:pt x="38893" y="9033"/>
                </a:lnTo>
                <a:lnTo>
                  <a:pt x="35444" y="4443"/>
                </a:lnTo>
                <a:lnTo>
                  <a:pt x="22952" y="7858"/>
                </a:lnTo>
                <a:lnTo>
                  <a:pt x="19197" y="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浙江省轮廓 12 可编辑顶点">
            <a:extLst>
              <a:ext uri="{FF2B5EF4-FFF2-40B4-BE49-F238E27FC236}">
                <a16:creationId xmlns:a16="http://schemas.microsoft.com/office/drawing/2014/main" id="{2F129B76-A925-7FAE-E71C-8C9F237C37EB}"/>
              </a:ext>
            </a:extLst>
          </p:cNvPr>
          <p:cNvSpPr/>
          <p:nvPr/>
        </p:nvSpPr>
        <p:spPr>
          <a:xfrm>
            <a:off x="4082421" y="1976542"/>
            <a:ext cx="126220" cy="64124"/>
          </a:xfrm>
          <a:custGeom>
            <a:avLst/>
            <a:gdLst/>
            <a:ahLst/>
            <a:cxnLst/>
            <a:rect l="0" t="0" r="0" b="0"/>
            <a:pathLst>
              <a:path w="126220" h="64124">
                <a:moveTo>
                  <a:pt x="118134" y="62807"/>
                </a:moveTo>
                <a:lnTo>
                  <a:pt x="126219" y="58421"/>
                </a:lnTo>
                <a:lnTo>
                  <a:pt x="119935" y="52574"/>
                </a:lnTo>
                <a:lnTo>
                  <a:pt x="116678" y="43219"/>
                </a:lnTo>
                <a:lnTo>
                  <a:pt x="119590" y="29955"/>
                </a:lnTo>
                <a:lnTo>
                  <a:pt x="103228" y="23415"/>
                </a:lnTo>
                <a:lnTo>
                  <a:pt x="96369" y="18410"/>
                </a:lnTo>
                <a:lnTo>
                  <a:pt x="80007" y="20493"/>
                </a:lnTo>
                <a:lnTo>
                  <a:pt x="74068" y="15378"/>
                </a:lnTo>
                <a:lnTo>
                  <a:pt x="81541" y="5369"/>
                </a:lnTo>
                <a:lnTo>
                  <a:pt x="73225" y="0"/>
                </a:lnTo>
                <a:lnTo>
                  <a:pt x="60312" y="12711"/>
                </a:lnTo>
                <a:lnTo>
                  <a:pt x="45406" y="11689"/>
                </a:lnTo>
                <a:lnTo>
                  <a:pt x="28240" y="7707"/>
                </a:lnTo>
                <a:lnTo>
                  <a:pt x="19695" y="10995"/>
                </a:lnTo>
                <a:lnTo>
                  <a:pt x="6935" y="1315"/>
                </a:lnTo>
                <a:lnTo>
                  <a:pt x="0" y="4018"/>
                </a:lnTo>
                <a:lnTo>
                  <a:pt x="2452" y="16767"/>
                </a:lnTo>
                <a:lnTo>
                  <a:pt x="536" y="30759"/>
                </a:lnTo>
                <a:lnTo>
                  <a:pt x="1341" y="52355"/>
                </a:lnTo>
                <a:lnTo>
                  <a:pt x="5633" y="55315"/>
                </a:lnTo>
                <a:lnTo>
                  <a:pt x="30846" y="64123"/>
                </a:lnTo>
                <a:lnTo>
                  <a:pt x="54028" y="60979"/>
                </a:lnTo>
                <a:lnTo>
                  <a:pt x="57400" y="50893"/>
                </a:lnTo>
                <a:lnTo>
                  <a:pt x="67325" y="55205"/>
                </a:lnTo>
                <a:lnTo>
                  <a:pt x="75333" y="53231"/>
                </a:lnTo>
                <a:lnTo>
                  <a:pt x="77555" y="58421"/>
                </a:lnTo>
                <a:lnTo>
                  <a:pt x="84874" y="54913"/>
                </a:lnTo>
                <a:lnTo>
                  <a:pt x="98208" y="54803"/>
                </a:lnTo>
                <a:lnTo>
                  <a:pt x="103113" y="60468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浙江省轮廓 13 可编辑顶点">
            <a:extLst>
              <a:ext uri="{FF2B5EF4-FFF2-40B4-BE49-F238E27FC236}">
                <a16:creationId xmlns:a16="http://schemas.microsoft.com/office/drawing/2014/main" id="{10921697-E876-7740-D0E6-0D070A2C58C0}"/>
              </a:ext>
            </a:extLst>
          </p:cNvPr>
          <p:cNvSpPr/>
          <p:nvPr/>
        </p:nvSpPr>
        <p:spPr>
          <a:xfrm>
            <a:off x="3738786" y="3466130"/>
            <a:ext cx="27283" cy="38701"/>
          </a:xfrm>
          <a:custGeom>
            <a:avLst/>
            <a:gdLst/>
            <a:ahLst/>
            <a:cxnLst/>
            <a:rect l="0" t="0" r="0" b="0"/>
            <a:pathLst>
              <a:path w="27283" h="38701">
                <a:moveTo>
                  <a:pt x="0" y="38700"/>
                </a:moveTo>
                <a:lnTo>
                  <a:pt x="4598" y="38589"/>
                </a:lnTo>
                <a:lnTo>
                  <a:pt x="19733" y="28336"/>
                </a:lnTo>
                <a:lnTo>
                  <a:pt x="21917" y="12886"/>
                </a:lnTo>
                <a:lnTo>
                  <a:pt x="27282" y="5272"/>
                </a:lnTo>
                <a:lnTo>
                  <a:pt x="18852" y="0"/>
                </a:lnTo>
                <a:lnTo>
                  <a:pt x="10422" y="4901"/>
                </a:lnTo>
                <a:lnTo>
                  <a:pt x="15327" y="9060"/>
                </a:lnTo>
                <a:lnTo>
                  <a:pt x="12147" y="18494"/>
                </a:lnTo>
                <a:lnTo>
                  <a:pt x="5479" y="22319"/>
                </a:lnTo>
                <a:lnTo>
                  <a:pt x="10269" y="25959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浙江省轮廓 14 可编辑顶点">
            <a:extLst>
              <a:ext uri="{FF2B5EF4-FFF2-40B4-BE49-F238E27FC236}">
                <a16:creationId xmlns:a16="http://schemas.microsoft.com/office/drawing/2014/main" id="{D8CA5166-10AE-91E2-9FC2-AB65A1DA433C}"/>
              </a:ext>
            </a:extLst>
          </p:cNvPr>
          <p:cNvSpPr/>
          <p:nvPr/>
        </p:nvSpPr>
        <p:spPr>
          <a:xfrm>
            <a:off x="4037704" y="2540226"/>
            <a:ext cx="83457" cy="73327"/>
          </a:xfrm>
          <a:custGeom>
            <a:avLst/>
            <a:gdLst/>
            <a:ahLst/>
            <a:cxnLst/>
            <a:rect l="0" t="0" r="0" b="0"/>
            <a:pathLst>
              <a:path w="83457" h="73327">
                <a:moveTo>
                  <a:pt x="33873" y="3015"/>
                </a:moveTo>
                <a:lnTo>
                  <a:pt x="21113" y="0"/>
                </a:lnTo>
                <a:lnTo>
                  <a:pt x="10269" y="1985"/>
                </a:lnTo>
                <a:lnTo>
                  <a:pt x="0" y="11580"/>
                </a:lnTo>
                <a:lnTo>
                  <a:pt x="7165" y="23308"/>
                </a:lnTo>
                <a:lnTo>
                  <a:pt x="15442" y="25441"/>
                </a:lnTo>
                <a:lnTo>
                  <a:pt x="21266" y="39744"/>
                </a:lnTo>
                <a:lnTo>
                  <a:pt x="36287" y="50079"/>
                </a:lnTo>
                <a:lnTo>
                  <a:pt x="49506" y="61811"/>
                </a:lnTo>
                <a:lnTo>
                  <a:pt x="58818" y="62437"/>
                </a:lnTo>
                <a:lnTo>
                  <a:pt x="69202" y="73326"/>
                </a:lnTo>
                <a:lnTo>
                  <a:pt x="74719" y="66704"/>
                </a:lnTo>
                <a:lnTo>
                  <a:pt x="83456" y="63577"/>
                </a:lnTo>
                <a:lnTo>
                  <a:pt x="68666" y="48902"/>
                </a:lnTo>
                <a:lnTo>
                  <a:pt x="73877" y="37906"/>
                </a:lnTo>
                <a:lnTo>
                  <a:pt x="59009" y="33346"/>
                </a:lnTo>
                <a:lnTo>
                  <a:pt x="59661" y="27537"/>
                </a:lnTo>
                <a:lnTo>
                  <a:pt x="75601" y="27647"/>
                </a:lnTo>
                <a:lnTo>
                  <a:pt x="79816" y="24080"/>
                </a:lnTo>
                <a:lnTo>
                  <a:pt x="76329" y="17278"/>
                </a:lnTo>
                <a:lnTo>
                  <a:pt x="63608" y="13492"/>
                </a:lnTo>
                <a:lnTo>
                  <a:pt x="62918" y="9190"/>
                </a:lnTo>
                <a:lnTo>
                  <a:pt x="47705" y="2904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浙江省轮廓 15 可编辑顶点">
            <a:extLst>
              <a:ext uri="{FF2B5EF4-FFF2-40B4-BE49-F238E27FC236}">
                <a16:creationId xmlns:a16="http://schemas.microsoft.com/office/drawing/2014/main" id="{3A2266BC-C7B5-3DD4-3CCC-54A1B1556A42}"/>
              </a:ext>
            </a:extLst>
          </p:cNvPr>
          <p:cNvSpPr/>
          <p:nvPr/>
        </p:nvSpPr>
        <p:spPr>
          <a:xfrm>
            <a:off x="3700889" y="3210562"/>
            <a:ext cx="40695" cy="43893"/>
          </a:xfrm>
          <a:custGeom>
            <a:avLst/>
            <a:gdLst/>
            <a:ahLst/>
            <a:cxnLst/>
            <a:rect l="0" t="0" r="0" b="0"/>
            <a:pathLst>
              <a:path w="40695" h="43893">
                <a:moveTo>
                  <a:pt x="1725" y="15369"/>
                </a:moveTo>
                <a:lnTo>
                  <a:pt x="1878" y="22555"/>
                </a:lnTo>
                <a:lnTo>
                  <a:pt x="15481" y="35964"/>
                </a:lnTo>
                <a:lnTo>
                  <a:pt x="22302" y="32557"/>
                </a:lnTo>
                <a:lnTo>
                  <a:pt x="27130" y="43299"/>
                </a:lnTo>
                <a:lnTo>
                  <a:pt x="33988" y="43892"/>
                </a:lnTo>
                <a:lnTo>
                  <a:pt x="38893" y="37298"/>
                </a:lnTo>
                <a:lnTo>
                  <a:pt x="40694" y="16036"/>
                </a:lnTo>
                <a:lnTo>
                  <a:pt x="33414" y="3963"/>
                </a:lnTo>
                <a:lnTo>
                  <a:pt x="24601" y="38"/>
                </a:lnTo>
                <a:lnTo>
                  <a:pt x="3985" y="0"/>
                </a:lnTo>
                <a:lnTo>
                  <a:pt x="0" y="4333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浙江省轮廓 16 可编辑顶点">
            <a:extLst>
              <a:ext uri="{FF2B5EF4-FFF2-40B4-BE49-F238E27FC236}">
                <a16:creationId xmlns:a16="http://schemas.microsoft.com/office/drawing/2014/main" id="{BB6AAF02-6C3C-5E41-7792-F68CD75E10B7}"/>
              </a:ext>
            </a:extLst>
          </p:cNvPr>
          <p:cNvSpPr/>
          <p:nvPr/>
        </p:nvSpPr>
        <p:spPr>
          <a:xfrm>
            <a:off x="3821590" y="1698933"/>
            <a:ext cx="150438" cy="173252"/>
          </a:xfrm>
          <a:custGeom>
            <a:avLst/>
            <a:gdLst/>
            <a:ahLst/>
            <a:cxnLst/>
            <a:rect l="0" t="0" r="0" b="0"/>
            <a:pathLst>
              <a:path w="150438" h="173252">
                <a:moveTo>
                  <a:pt x="0" y="10814"/>
                </a:moveTo>
                <a:lnTo>
                  <a:pt x="9274" y="28911"/>
                </a:lnTo>
                <a:lnTo>
                  <a:pt x="11611" y="43553"/>
                </a:lnTo>
                <a:lnTo>
                  <a:pt x="13565" y="74521"/>
                </a:lnTo>
                <a:lnTo>
                  <a:pt x="19083" y="90190"/>
                </a:lnTo>
                <a:lnTo>
                  <a:pt x="41537" y="116617"/>
                </a:lnTo>
                <a:lnTo>
                  <a:pt x="55524" y="128721"/>
                </a:lnTo>
                <a:lnTo>
                  <a:pt x="62842" y="130143"/>
                </a:lnTo>
                <a:lnTo>
                  <a:pt x="84990" y="146516"/>
                </a:lnTo>
                <a:lnTo>
                  <a:pt x="99129" y="159134"/>
                </a:lnTo>
                <a:lnTo>
                  <a:pt x="114495" y="168947"/>
                </a:lnTo>
                <a:lnTo>
                  <a:pt x="139670" y="170698"/>
                </a:lnTo>
                <a:lnTo>
                  <a:pt x="147601" y="173251"/>
                </a:lnTo>
                <a:lnTo>
                  <a:pt x="150437" y="169019"/>
                </a:lnTo>
                <a:lnTo>
                  <a:pt x="148406" y="158150"/>
                </a:lnTo>
                <a:lnTo>
                  <a:pt x="142505" y="160447"/>
                </a:lnTo>
                <a:lnTo>
                  <a:pt x="132312" y="156909"/>
                </a:lnTo>
                <a:lnTo>
                  <a:pt x="132274" y="150381"/>
                </a:lnTo>
                <a:lnTo>
                  <a:pt x="123346" y="148667"/>
                </a:lnTo>
                <a:lnTo>
                  <a:pt x="105490" y="138128"/>
                </a:lnTo>
                <a:lnTo>
                  <a:pt x="107368" y="133753"/>
                </a:lnTo>
                <a:lnTo>
                  <a:pt x="100317" y="125002"/>
                </a:lnTo>
                <a:lnTo>
                  <a:pt x="93113" y="124309"/>
                </a:lnTo>
                <a:lnTo>
                  <a:pt x="70697" y="114101"/>
                </a:lnTo>
                <a:lnTo>
                  <a:pt x="62804" y="113335"/>
                </a:lnTo>
                <a:lnTo>
                  <a:pt x="52381" y="107066"/>
                </a:lnTo>
                <a:lnTo>
                  <a:pt x="38242" y="83922"/>
                </a:lnTo>
                <a:lnTo>
                  <a:pt x="34678" y="69784"/>
                </a:lnTo>
                <a:lnTo>
                  <a:pt x="36671" y="44573"/>
                </a:lnTo>
                <a:lnTo>
                  <a:pt x="34487" y="32080"/>
                </a:lnTo>
                <a:lnTo>
                  <a:pt x="20271" y="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浙江省轮廓 17 可编辑顶点">
            <a:extLst>
              <a:ext uri="{FF2B5EF4-FFF2-40B4-BE49-F238E27FC236}">
                <a16:creationId xmlns:a16="http://schemas.microsoft.com/office/drawing/2014/main" id="{84283ED3-F8BA-775A-5A14-7306E20DFD71}"/>
              </a:ext>
            </a:extLst>
          </p:cNvPr>
          <p:cNvSpPr/>
          <p:nvPr/>
        </p:nvSpPr>
        <p:spPr>
          <a:xfrm>
            <a:off x="3764497" y="3734091"/>
            <a:ext cx="37821" cy="38217"/>
          </a:xfrm>
          <a:custGeom>
            <a:avLst/>
            <a:gdLst/>
            <a:ahLst/>
            <a:cxnLst/>
            <a:rect l="0" t="0" r="0" b="0"/>
            <a:pathLst>
              <a:path w="37821" h="38217">
                <a:moveTo>
                  <a:pt x="14944" y="38216"/>
                </a:moveTo>
                <a:lnTo>
                  <a:pt x="29543" y="31436"/>
                </a:lnTo>
                <a:lnTo>
                  <a:pt x="37820" y="15084"/>
                </a:lnTo>
                <a:lnTo>
                  <a:pt x="22646" y="12104"/>
                </a:lnTo>
                <a:lnTo>
                  <a:pt x="20730" y="0"/>
                </a:lnTo>
                <a:lnTo>
                  <a:pt x="13182" y="2570"/>
                </a:lnTo>
                <a:lnTo>
                  <a:pt x="7549" y="11024"/>
                </a:lnTo>
                <a:lnTo>
                  <a:pt x="0" y="12700"/>
                </a:lnTo>
                <a:lnTo>
                  <a:pt x="728" y="17840"/>
                </a:lnTo>
                <a:lnTo>
                  <a:pt x="10346" y="16797"/>
                </a:lnTo>
                <a:lnTo>
                  <a:pt x="9924" y="26965"/>
                </a:lnTo>
                <a:lnTo>
                  <a:pt x="2913" y="33298"/>
                </a:lnTo>
                <a:lnTo>
                  <a:pt x="4483" y="37285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浙江省轮廓 18 可编辑顶点">
            <a:extLst>
              <a:ext uri="{FF2B5EF4-FFF2-40B4-BE49-F238E27FC236}">
                <a16:creationId xmlns:a16="http://schemas.microsoft.com/office/drawing/2014/main" id="{AF9BF651-CC22-8949-4236-A9F83F550BCB}"/>
              </a:ext>
            </a:extLst>
          </p:cNvPr>
          <p:cNvSpPr/>
          <p:nvPr/>
        </p:nvSpPr>
        <p:spPr>
          <a:xfrm>
            <a:off x="3902710" y="2591923"/>
            <a:ext cx="127293" cy="125432"/>
          </a:xfrm>
          <a:custGeom>
            <a:avLst/>
            <a:gdLst/>
            <a:ahLst/>
            <a:cxnLst/>
            <a:rect l="0" t="0" r="0" b="0"/>
            <a:pathLst>
              <a:path w="127293" h="125432">
                <a:moveTo>
                  <a:pt x="104684" y="125431"/>
                </a:moveTo>
                <a:lnTo>
                  <a:pt x="112616" y="121342"/>
                </a:lnTo>
                <a:lnTo>
                  <a:pt x="127292" y="88313"/>
                </a:lnTo>
                <a:lnTo>
                  <a:pt x="119053" y="71380"/>
                </a:lnTo>
                <a:lnTo>
                  <a:pt x="104531" y="55590"/>
                </a:lnTo>
                <a:lnTo>
                  <a:pt x="76904" y="36970"/>
                </a:lnTo>
                <a:lnTo>
                  <a:pt x="72804" y="29686"/>
                </a:lnTo>
                <a:lnTo>
                  <a:pt x="70045" y="14713"/>
                </a:lnTo>
                <a:lnTo>
                  <a:pt x="65025" y="2096"/>
                </a:lnTo>
                <a:lnTo>
                  <a:pt x="56825" y="0"/>
                </a:lnTo>
                <a:lnTo>
                  <a:pt x="47246" y="6547"/>
                </a:lnTo>
                <a:lnTo>
                  <a:pt x="27857" y="6951"/>
                </a:lnTo>
                <a:lnTo>
                  <a:pt x="18316" y="16258"/>
                </a:lnTo>
                <a:lnTo>
                  <a:pt x="13450" y="36750"/>
                </a:lnTo>
                <a:lnTo>
                  <a:pt x="0" y="65306"/>
                </a:lnTo>
                <a:lnTo>
                  <a:pt x="20193" y="79772"/>
                </a:lnTo>
                <a:lnTo>
                  <a:pt x="24984" y="80141"/>
                </a:lnTo>
                <a:lnTo>
                  <a:pt x="37437" y="66631"/>
                </a:lnTo>
                <a:lnTo>
                  <a:pt x="47629" y="68950"/>
                </a:lnTo>
                <a:lnTo>
                  <a:pt x="49276" y="81098"/>
                </a:lnTo>
                <a:lnTo>
                  <a:pt x="60580" y="87540"/>
                </a:lnTo>
                <a:lnTo>
                  <a:pt x="66366" y="96560"/>
                </a:lnTo>
                <a:lnTo>
                  <a:pt x="66137" y="109521"/>
                </a:lnTo>
                <a:lnTo>
                  <a:pt x="72881" y="116702"/>
                </a:lnTo>
                <a:lnTo>
                  <a:pt x="85831" y="121379"/>
                </a:lnTo>
                <a:lnTo>
                  <a:pt x="98477" y="117217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浙江省轮廓 19 可编辑顶点">
            <a:extLst>
              <a:ext uri="{FF2B5EF4-FFF2-40B4-BE49-F238E27FC236}">
                <a16:creationId xmlns:a16="http://schemas.microsoft.com/office/drawing/2014/main" id="{1BD12D8B-1A14-80BB-84D4-236582F3FC6F}"/>
              </a:ext>
            </a:extLst>
          </p:cNvPr>
          <p:cNvSpPr/>
          <p:nvPr/>
        </p:nvSpPr>
        <p:spPr>
          <a:xfrm>
            <a:off x="3879183" y="2224670"/>
            <a:ext cx="37399" cy="36050"/>
          </a:xfrm>
          <a:custGeom>
            <a:avLst/>
            <a:gdLst/>
            <a:ahLst/>
            <a:cxnLst/>
            <a:rect l="0" t="0" r="0" b="0"/>
            <a:pathLst>
              <a:path w="37399" h="36050">
                <a:moveTo>
                  <a:pt x="37015" y="19561"/>
                </a:moveTo>
                <a:lnTo>
                  <a:pt x="37398" y="8315"/>
                </a:lnTo>
                <a:lnTo>
                  <a:pt x="29658" y="1063"/>
                </a:lnTo>
                <a:lnTo>
                  <a:pt x="19657" y="0"/>
                </a:lnTo>
                <a:lnTo>
                  <a:pt x="17434" y="4872"/>
                </a:lnTo>
                <a:lnTo>
                  <a:pt x="9694" y="3077"/>
                </a:lnTo>
                <a:lnTo>
                  <a:pt x="0" y="13444"/>
                </a:lnTo>
                <a:lnTo>
                  <a:pt x="4943" y="34803"/>
                </a:lnTo>
                <a:lnTo>
                  <a:pt x="11993" y="36049"/>
                </a:lnTo>
                <a:lnTo>
                  <a:pt x="32187" y="20734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浙江省轮廓 20 可编辑顶点">
            <a:extLst>
              <a:ext uri="{FF2B5EF4-FFF2-40B4-BE49-F238E27FC236}">
                <a16:creationId xmlns:a16="http://schemas.microsoft.com/office/drawing/2014/main" id="{7FE353A3-94FA-B6EE-D446-58331C6ADFF1}"/>
              </a:ext>
            </a:extLst>
          </p:cNvPr>
          <p:cNvSpPr/>
          <p:nvPr/>
        </p:nvSpPr>
        <p:spPr>
          <a:xfrm>
            <a:off x="4151814" y="2376547"/>
            <a:ext cx="39085" cy="54944"/>
          </a:xfrm>
          <a:custGeom>
            <a:avLst/>
            <a:gdLst/>
            <a:ahLst/>
            <a:cxnLst/>
            <a:rect l="0" t="0" r="0" b="0"/>
            <a:pathLst>
              <a:path w="39085" h="54944">
                <a:moveTo>
                  <a:pt x="18431" y="54943"/>
                </a:moveTo>
                <a:lnTo>
                  <a:pt x="23949" y="50611"/>
                </a:lnTo>
                <a:lnTo>
                  <a:pt x="20002" y="41690"/>
                </a:lnTo>
                <a:lnTo>
                  <a:pt x="22531" y="29174"/>
                </a:lnTo>
                <a:lnTo>
                  <a:pt x="36288" y="29761"/>
                </a:lnTo>
                <a:lnTo>
                  <a:pt x="39084" y="22752"/>
                </a:lnTo>
                <a:lnTo>
                  <a:pt x="27666" y="14605"/>
                </a:lnTo>
                <a:lnTo>
                  <a:pt x="33260" y="6642"/>
                </a:lnTo>
                <a:lnTo>
                  <a:pt x="31766" y="0"/>
                </a:lnTo>
                <a:lnTo>
                  <a:pt x="23336" y="4477"/>
                </a:lnTo>
                <a:lnTo>
                  <a:pt x="9503" y="6459"/>
                </a:lnTo>
                <a:lnTo>
                  <a:pt x="4139" y="26898"/>
                </a:lnTo>
                <a:lnTo>
                  <a:pt x="3487" y="38791"/>
                </a:lnTo>
                <a:lnTo>
                  <a:pt x="0" y="45838"/>
                </a:lnTo>
                <a:lnTo>
                  <a:pt x="7013" y="52263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浙江省轮廓 21 可编辑顶点">
            <a:extLst>
              <a:ext uri="{FF2B5EF4-FFF2-40B4-BE49-F238E27FC236}">
                <a16:creationId xmlns:a16="http://schemas.microsoft.com/office/drawing/2014/main" id="{0A1A0F81-AB08-4EC7-3333-295AE9FF7D54}"/>
              </a:ext>
            </a:extLst>
          </p:cNvPr>
          <p:cNvSpPr/>
          <p:nvPr/>
        </p:nvSpPr>
        <p:spPr>
          <a:xfrm>
            <a:off x="3737138" y="2313939"/>
            <a:ext cx="77058" cy="122471"/>
          </a:xfrm>
          <a:custGeom>
            <a:avLst/>
            <a:gdLst/>
            <a:ahLst/>
            <a:cxnLst/>
            <a:rect l="0" t="0" r="0" b="0"/>
            <a:pathLst>
              <a:path w="77058" h="122471">
                <a:moveTo>
                  <a:pt x="41153" y="8617"/>
                </a:moveTo>
                <a:lnTo>
                  <a:pt x="39353" y="6234"/>
                </a:lnTo>
                <a:lnTo>
                  <a:pt x="19121" y="0"/>
                </a:lnTo>
                <a:lnTo>
                  <a:pt x="10460" y="440"/>
                </a:lnTo>
                <a:lnTo>
                  <a:pt x="14676" y="29997"/>
                </a:lnTo>
                <a:lnTo>
                  <a:pt x="3564" y="48704"/>
                </a:lnTo>
                <a:lnTo>
                  <a:pt x="6170" y="65324"/>
                </a:lnTo>
                <a:lnTo>
                  <a:pt x="6859" y="83928"/>
                </a:lnTo>
                <a:lnTo>
                  <a:pt x="0" y="97251"/>
                </a:lnTo>
                <a:lnTo>
                  <a:pt x="1380" y="102464"/>
                </a:lnTo>
                <a:lnTo>
                  <a:pt x="11802" y="111310"/>
                </a:lnTo>
                <a:lnTo>
                  <a:pt x="12185" y="118139"/>
                </a:lnTo>
                <a:lnTo>
                  <a:pt x="30386" y="122470"/>
                </a:lnTo>
                <a:lnTo>
                  <a:pt x="43376" y="113806"/>
                </a:lnTo>
                <a:lnTo>
                  <a:pt x="62611" y="105216"/>
                </a:lnTo>
                <a:lnTo>
                  <a:pt x="75984" y="95636"/>
                </a:lnTo>
                <a:lnTo>
                  <a:pt x="77057" y="80479"/>
                </a:lnTo>
                <a:lnTo>
                  <a:pt x="69777" y="57105"/>
                </a:lnTo>
                <a:lnTo>
                  <a:pt x="69700" y="43935"/>
                </a:lnTo>
                <a:lnTo>
                  <a:pt x="62573" y="39753"/>
                </a:lnTo>
                <a:lnTo>
                  <a:pt x="55829" y="41074"/>
                </a:lnTo>
                <a:lnTo>
                  <a:pt x="46824" y="25413"/>
                </a:lnTo>
                <a:lnTo>
                  <a:pt x="45292" y="17014"/>
                </a:lnTo>
                <a:lnTo>
                  <a:pt x="34946" y="14704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浙江省轮廓 22 可编辑顶点">
            <a:extLst>
              <a:ext uri="{FF2B5EF4-FFF2-40B4-BE49-F238E27FC236}">
                <a16:creationId xmlns:a16="http://schemas.microsoft.com/office/drawing/2014/main" id="{396D7B07-7512-69D4-BFFD-E5722113B1AF}"/>
              </a:ext>
            </a:extLst>
          </p:cNvPr>
          <p:cNvSpPr/>
          <p:nvPr/>
        </p:nvSpPr>
        <p:spPr>
          <a:xfrm>
            <a:off x="3124167" y="4660901"/>
            <a:ext cx="46174" cy="30612"/>
          </a:xfrm>
          <a:custGeom>
            <a:avLst/>
            <a:gdLst/>
            <a:ahLst/>
            <a:cxnLst/>
            <a:rect l="0" t="0" r="0" b="0"/>
            <a:pathLst>
              <a:path w="46174" h="30612">
                <a:moveTo>
                  <a:pt x="46173" y="30611"/>
                </a:moveTo>
                <a:lnTo>
                  <a:pt x="44717" y="20870"/>
                </a:lnTo>
                <a:lnTo>
                  <a:pt x="32225" y="13950"/>
                </a:lnTo>
                <a:lnTo>
                  <a:pt x="28163" y="5227"/>
                </a:lnTo>
                <a:lnTo>
                  <a:pt x="14216" y="0"/>
                </a:lnTo>
                <a:lnTo>
                  <a:pt x="17549" y="6317"/>
                </a:lnTo>
                <a:lnTo>
                  <a:pt x="5479" y="3873"/>
                </a:lnTo>
                <a:lnTo>
                  <a:pt x="8468" y="12860"/>
                </a:lnTo>
                <a:lnTo>
                  <a:pt x="1609" y="12108"/>
                </a:lnTo>
                <a:lnTo>
                  <a:pt x="0" y="18049"/>
                </a:lnTo>
                <a:lnTo>
                  <a:pt x="14254" y="29746"/>
                </a:lnTo>
                <a:lnTo>
                  <a:pt x="18660" y="29746"/>
                </a:lnTo>
                <a:lnTo>
                  <a:pt x="11993" y="17824"/>
                </a:lnTo>
                <a:lnTo>
                  <a:pt x="14331" y="15116"/>
                </a:lnTo>
                <a:lnTo>
                  <a:pt x="29658" y="23089"/>
                </a:lnTo>
                <a:lnTo>
                  <a:pt x="35827" y="22563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浙江省轮廓 23 可编辑顶点">
            <a:extLst>
              <a:ext uri="{FF2B5EF4-FFF2-40B4-BE49-F238E27FC236}">
                <a16:creationId xmlns:a16="http://schemas.microsoft.com/office/drawing/2014/main" id="{269F9BCA-1E61-D8BD-2055-BF7E1D442C48}"/>
              </a:ext>
            </a:extLst>
          </p:cNvPr>
          <p:cNvSpPr/>
          <p:nvPr/>
        </p:nvSpPr>
        <p:spPr>
          <a:xfrm>
            <a:off x="3796339" y="2302464"/>
            <a:ext cx="40656" cy="44810"/>
          </a:xfrm>
          <a:custGeom>
            <a:avLst/>
            <a:gdLst/>
            <a:ahLst/>
            <a:cxnLst/>
            <a:rect l="0" t="0" r="0" b="0"/>
            <a:pathLst>
              <a:path w="40656" h="44810">
                <a:moveTo>
                  <a:pt x="22646" y="0"/>
                </a:moveTo>
                <a:lnTo>
                  <a:pt x="9388" y="7075"/>
                </a:lnTo>
                <a:lnTo>
                  <a:pt x="0" y="16865"/>
                </a:lnTo>
                <a:lnTo>
                  <a:pt x="4062" y="27976"/>
                </a:lnTo>
                <a:lnTo>
                  <a:pt x="14293" y="32266"/>
                </a:lnTo>
                <a:lnTo>
                  <a:pt x="13526" y="42902"/>
                </a:lnTo>
                <a:lnTo>
                  <a:pt x="27014" y="44809"/>
                </a:lnTo>
                <a:lnTo>
                  <a:pt x="36134" y="26729"/>
                </a:lnTo>
                <a:lnTo>
                  <a:pt x="40655" y="9972"/>
                </a:lnTo>
                <a:lnTo>
                  <a:pt x="30425" y="844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浙江省轮廓 24 可编辑顶点">
            <a:extLst>
              <a:ext uri="{FF2B5EF4-FFF2-40B4-BE49-F238E27FC236}">
                <a16:creationId xmlns:a16="http://schemas.microsoft.com/office/drawing/2014/main" id="{FA3FEE58-AC01-56E3-D44B-A6EFA46E9157}"/>
              </a:ext>
            </a:extLst>
          </p:cNvPr>
          <p:cNvSpPr/>
          <p:nvPr/>
        </p:nvSpPr>
        <p:spPr>
          <a:xfrm>
            <a:off x="3804309" y="2097738"/>
            <a:ext cx="61808" cy="49830"/>
          </a:xfrm>
          <a:custGeom>
            <a:avLst/>
            <a:gdLst/>
            <a:ahLst/>
            <a:cxnLst/>
            <a:rect l="0" t="0" r="0" b="0"/>
            <a:pathLst>
              <a:path w="61808" h="49830">
                <a:moveTo>
                  <a:pt x="27973" y="49829"/>
                </a:moveTo>
                <a:lnTo>
                  <a:pt x="36441" y="43682"/>
                </a:lnTo>
                <a:lnTo>
                  <a:pt x="45446" y="49098"/>
                </a:lnTo>
                <a:lnTo>
                  <a:pt x="52572" y="48182"/>
                </a:lnTo>
                <a:lnTo>
                  <a:pt x="61807" y="31204"/>
                </a:lnTo>
                <a:lnTo>
                  <a:pt x="55485" y="13681"/>
                </a:lnTo>
                <a:lnTo>
                  <a:pt x="50350" y="11047"/>
                </a:lnTo>
                <a:lnTo>
                  <a:pt x="52649" y="3000"/>
                </a:lnTo>
                <a:lnTo>
                  <a:pt x="46327" y="0"/>
                </a:lnTo>
                <a:lnTo>
                  <a:pt x="42495" y="5158"/>
                </a:lnTo>
                <a:lnTo>
                  <a:pt x="14599" y="10425"/>
                </a:lnTo>
                <a:lnTo>
                  <a:pt x="0" y="32046"/>
                </a:lnTo>
                <a:lnTo>
                  <a:pt x="7818" y="34863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浙江省轮廓 25 可编辑顶点">
            <a:extLst>
              <a:ext uri="{FF2B5EF4-FFF2-40B4-BE49-F238E27FC236}">
                <a16:creationId xmlns:a16="http://schemas.microsoft.com/office/drawing/2014/main" id="{EFB369C2-CCDD-0673-BAEA-6DF488F732B3}"/>
              </a:ext>
            </a:extLst>
          </p:cNvPr>
          <p:cNvSpPr/>
          <p:nvPr/>
        </p:nvSpPr>
        <p:spPr>
          <a:xfrm>
            <a:off x="3975897" y="2415448"/>
            <a:ext cx="44718" cy="29995"/>
          </a:xfrm>
          <a:custGeom>
            <a:avLst/>
            <a:gdLst/>
            <a:ahLst/>
            <a:cxnLst/>
            <a:rect l="0" t="0" r="0" b="0"/>
            <a:pathLst>
              <a:path w="44718" h="29995">
                <a:moveTo>
                  <a:pt x="28509" y="8810"/>
                </a:moveTo>
                <a:lnTo>
                  <a:pt x="21305" y="0"/>
                </a:lnTo>
                <a:lnTo>
                  <a:pt x="0" y="12004"/>
                </a:lnTo>
                <a:lnTo>
                  <a:pt x="1302" y="17694"/>
                </a:lnTo>
                <a:lnTo>
                  <a:pt x="9771" y="15197"/>
                </a:lnTo>
                <a:lnTo>
                  <a:pt x="22493" y="19750"/>
                </a:lnTo>
                <a:lnTo>
                  <a:pt x="31957" y="29480"/>
                </a:lnTo>
                <a:lnTo>
                  <a:pt x="42226" y="29994"/>
                </a:lnTo>
                <a:lnTo>
                  <a:pt x="44717" y="24707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浙江省轮廓 26 可编辑顶点">
            <a:extLst>
              <a:ext uri="{FF2B5EF4-FFF2-40B4-BE49-F238E27FC236}">
                <a16:creationId xmlns:a16="http://schemas.microsoft.com/office/drawing/2014/main" id="{996487E6-F698-4FCB-FEFF-5691C0DC0F16}"/>
              </a:ext>
            </a:extLst>
          </p:cNvPr>
          <p:cNvSpPr/>
          <p:nvPr/>
        </p:nvSpPr>
        <p:spPr>
          <a:xfrm>
            <a:off x="4031496" y="2597734"/>
            <a:ext cx="77787" cy="54159"/>
          </a:xfrm>
          <a:custGeom>
            <a:avLst/>
            <a:gdLst/>
            <a:ahLst/>
            <a:cxnLst/>
            <a:rect l="0" t="0" r="0" b="0"/>
            <a:pathLst>
              <a:path w="77787" h="54159">
                <a:moveTo>
                  <a:pt x="58129" y="54158"/>
                </a:moveTo>
                <a:lnTo>
                  <a:pt x="65064" y="48749"/>
                </a:lnTo>
                <a:lnTo>
                  <a:pt x="77786" y="47424"/>
                </a:lnTo>
                <a:lnTo>
                  <a:pt x="74950" y="36642"/>
                </a:lnTo>
                <a:lnTo>
                  <a:pt x="64872" y="31196"/>
                </a:lnTo>
                <a:lnTo>
                  <a:pt x="51959" y="34213"/>
                </a:lnTo>
                <a:lnTo>
                  <a:pt x="35100" y="27885"/>
                </a:lnTo>
                <a:lnTo>
                  <a:pt x="33030" y="20931"/>
                </a:lnTo>
                <a:lnTo>
                  <a:pt x="37168" y="9711"/>
                </a:lnTo>
                <a:lnTo>
                  <a:pt x="25597" y="993"/>
                </a:lnTo>
                <a:lnTo>
                  <a:pt x="16017" y="0"/>
                </a:lnTo>
                <a:lnTo>
                  <a:pt x="728" y="3678"/>
                </a:lnTo>
                <a:lnTo>
                  <a:pt x="0" y="11587"/>
                </a:lnTo>
                <a:lnTo>
                  <a:pt x="19428" y="38004"/>
                </a:lnTo>
                <a:lnTo>
                  <a:pt x="29812" y="47681"/>
                </a:lnTo>
                <a:lnTo>
                  <a:pt x="44142" y="48087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浙江省轮廓 27 可编辑顶点">
            <a:extLst>
              <a:ext uri="{FF2B5EF4-FFF2-40B4-BE49-F238E27FC236}">
                <a16:creationId xmlns:a16="http://schemas.microsoft.com/office/drawing/2014/main" id="{86F8FF26-AB0D-3189-E6BC-8694D7B3C17B}"/>
              </a:ext>
            </a:extLst>
          </p:cNvPr>
          <p:cNvSpPr/>
          <p:nvPr/>
        </p:nvSpPr>
        <p:spPr>
          <a:xfrm>
            <a:off x="4063377" y="2163341"/>
            <a:ext cx="47975" cy="31594"/>
          </a:xfrm>
          <a:custGeom>
            <a:avLst/>
            <a:gdLst/>
            <a:ahLst/>
            <a:cxnLst/>
            <a:rect l="0" t="0" r="0" b="0"/>
            <a:pathLst>
              <a:path w="47975" h="31594">
                <a:moveTo>
                  <a:pt x="7702" y="147"/>
                </a:moveTo>
                <a:lnTo>
                  <a:pt x="268" y="15044"/>
                </a:lnTo>
                <a:lnTo>
                  <a:pt x="0" y="29250"/>
                </a:lnTo>
                <a:lnTo>
                  <a:pt x="5747" y="31593"/>
                </a:lnTo>
                <a:lnTo>
                  <a:pt x="17166" y="23098"/>
                </a:lnTo>
                <a:lnTo>
                  <a:pt x="29313" y="19438"/>
                </a:lnTo>
                <a:lnTo>
                  <a:pt x="47974" y="17791"/>
                </a:lnTo>
                <a:lnTo>
                  <a:pt x="45713" y="4392"/>
                </a:lnTo>
                <a:lnTo>
                  <a:pt x="39391" y="6735"/>
                </a:lnTo>
                <a:lnTo>
                  <a:pt x="37015" y="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浙江省轮廓 28 可编辑顶点">
            <a:extLst>
              <a:ext uri="{FF2B5EF4-FFF2-40B4-BE49-F238E27FC236}">
                <a16:creationId xmlns:a16="http://schemas.microsoft.com/office/drawing/2014/main" id="{90358466-4D0D-59D5-5A91-E5B30F37D978}"/>
              </a:ext>
            </a:extLst>
          </p:cNvPr>
          <p:cNvSpPr/>
          <p:nvPr/>
        </p:nvSpPr>
        <p:spPr>
          <a:xfrm>
            <a:off x="4085792" y="2508841"/>
            <a:ext cx="50926" cy="30652"/>
          </a:xfrm>
          <a:custGeom>
            <a:avLst/>
            <a:gdLst/>
            <a:ahLst/>
            <a:cxnLst/>
            <a:rect l="0" t="0" r="0" b="0"/>
            <a:pathLst>
              <a:path w="50926" h="30652">
                <a:moveTo>
                  <a:pt x="0" y="20984"/>
                </a:moveTo>
                <a:lnTo>
                  <a:pt x="8086" y="28408"/>
                </a:lnTo>
                <a:lnTo>
                  <a:pt x="20233" y="30651"/>
                </a:lnTo>
                <a:lnTo>
                  <a:pt x="31843" y="28004"/>
                </a:lnTo>
                <a:lnTo>
                  <a:pt x="36556" y="22270"/>
                </a:lnTo>
                <a:lnTo>
                  <a:pt x="46940" y="20910"/>
                </a:lnTo>
                <a:lnTo>
                  <a:pt x="46672" y="11685"/>
                </a:lnTo>
                <a:lnTo>
                  <a:pt x="50925" y="4483"/>
                </a:lnTo>
                <a:lnTo>
                  <a:pt x="44411" y="220"/>
                </a:lnTo>
                <a:lnTo>
                  <a:pt x="28165" y="4520"/>
                </a:lnTo>
                <a:lnTo>
                  <a:pt x="14370" y="0"/>
                </a:lnTo>
                <a:lnTo>
                  <a:pt x="1188" y="7386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浙江省轮廓 29 可编辑顶点">
            <a:extLst>
              <a:ext uri="{FF2B5EF4-FFF2-40B4-BE49-F238E27FC236}">
                <a16:creationId xmlns:a16="http://schemas.microsoft.com/office/drawing/2014/main" id="{C6DD31A7-8A87-8DA3-3AF9-7A58F6CF5E87}"/>
              </a:ext>
            </a:extLst>
          </p:cNvPr>
          <p:cNvSpPr/>
          <p:nvPr/>
        </p:nvSpPr>
        <p:spPr>
          <a:xfrm>
            <a:off x="4455216" y="1751848"/>
            <a:ext cx="32724" cy="32064"/>
          </a:xfrm>
          <a:custGeom>
            <a:avLst/>
            <a:gdLst/>
            <a:ahLst/>
            <a:cxnLst/>
            <a:rect l="0" t="0" r="0" b="0"/>
            <a:pathLst>
              <a:path w="32724" h="32064">
                <a:moveTo>
                  <a:pt x="18507" y="32063"/>
                </a:moveTo>
                <a:lnTo>
                  <a:pt x="26669" y="28274"/>
                </a:lnTo>
                <a:lnTo>
                  <a:pt x="23488" y="16577"/>
                </a:lnTo>
                <a:lnTo>
                  <a:pt x="25788" y="11258"/>
                </a:lnTo>
                <a:lnTo>
                  <a:pt x="32723" y="12132"/>
                </a:lnTo>
                <a:lnTo>
                  <a:pt x="27512" y="473"/>
                </a:lnTo>
                <a:lnTo>
                  <a:pt x="19158" y="0"/>
                </a:lnTo>
                <a:lnTo>
                  <a:pt x="0" y="14427"/>
                </a:lnTo>
                <a:lnTo>
                  <a:pt x="574" y="24958"/>
                </a:lnTo>
                <a:lnTo>
                  <a:pt x="13794" y="23135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浙江省轮廓 30 可编辑顶点">
            <a:extLst>
              <a:ext uri="{FF2B5EF4-FFF2-40B4-BE49-F238E27FC236}">
                <a16:creationId xmlns:a16="http://schemas.microsoft.com/office/drawing/2014/main" id="{DF3E0CF3-98A6-EEC5-A925-B1D2B019056F}"/>
              </a:ext>
            </a:extLst>
          </p:cNvPr>
          <p:cNvSpPr/>
          <p:nvPr/>
        </p:nvSpPr>
        <p:spPr>
          <a:xfrm>
            <a:off x="3116656" y="4206075"/>
            <a:ext cx="89244" cy="43946"/>
          </a:xfrm>
          <a:custGeom>
            <a:avLst/>
            <a:gdLst/>
            <a:ahLst/>
            <a:cxnLst/>
            <a:rect l="0" t="0" r="0" b="0"/>
            <a:pathLst>
              <a:path w="89244" h="43946">
                <a:moveTo>
                  <a:pt x="46595" y="43945"/>
                </a:moveTo>
                <a:lnTo>
                  <a:pt x="68245" y="38030"/>
                </a:lnTo>
                <a:lnTo>
                  <a:pt x="84913" y="29757"/>
                </a:lnTo>
                <a:lnTo>
                  <a:pt x="89243" y="22420"/>
                </a:lnTo>
                <a:lnTo>
                  <a:pt x="74529" y="5464"/>
                </a:lnTo>
                <a:lnTo>
                  <a:pt x="64106" y="0"/>
                </a:lnTo>
                <a:lnTo>
                  <a:pt x="43606" y="2246"/>
                </a:lnTo>
                <a:lnTo>
                  <a:pt x="29352" y="262"/>
                </a:lnTo>
                <a:lnTo>
                  <a:pt x="1724" y="19986"/>
                </a:lnTo>
                <a:lnTo>
                  <a:pt x="0" y="33725"/>
                </a:lnTo>
                <a:lnTo>
                  <a:pt x="9082" y="40576"/>
                </a:lnTo>
                <a:lnTo>
                  <a:pt x="19619" y="34736"/>
                </a:lnTo>
                <a:lnTo>
                  <a:pt x="32647" y="35297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浙江省轮廓 31 可编辑顶点">
            <a:extLst>
              <a:ext uri="{FF2B5EF4-FFF2-40B4-BE49-F238E27FC236}">
                <a16:creationId xmlns:a16="http://schemas.microsoft.com/office/drawing/2014/main" id="{C13F1AB0-4C65-4B4C-44A5-610DAA3622E2}"/>
              </a:ext>
            </a:extLst>
          </p:cNvPr>
          <p:cNvSpPr/>
          <p:nvPr/>
        </p:nvSpPr>
        <p:spPr>
          <a:xfrm>
            <a:off x="3220230" y="4193988"/>
            <a:ext cx="53646" cy="33272"/>
          </a:xfrm>
          <a:custGeom>
            <a:avLst/>
            <a:gdLst/>
            <a:ahLst/>
            <a:cxnLst/>
            <a:rect l="0" t="0" r="0" b="0"/>
            <a:pathLst>
              <a:path w="53646" h="33272">
                <a:moveTo>
                  <a:pt x="11304" y="33271"/>
                </a:moveTo>
                <a:lnTo>
                  <a:pt x="27129" y="20807"/>
                </a:lnTo>
                <a:lnTo>
                  <a:pt x="51537" y="10740"/>
                </a:lnTo>
                <a:lnTo>
                  <a:pt x="53645" y="5726"/>
                </a:lnTo>
                <a:lnTo>
                  <a:pt x="37973" y="7747"/>
                </a:lnTo>
                <a:lnTo>
                  <a:pt x="18392" y="0"/>
                </a:lnTo>
                <a:lnTo>
                  <a:pt x="4675" y="8607"/>
                </a:lnTo>
                <a:lnTo>
                  <a:pt x="0" y="19273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浙江省轮廓 32 可编辑顶点">
            <a:extLst>
              <a:ext uri="{FF2B5EF4-FFF2-40B4-BE49-F238E27FC236}">
                <a16:creationId xmlns:a16="http://schemas.microsoft.com/office/drawing/2014/main" id="{7EBF12A9-CAB9-393B-5C94-CE308FCA29F4}"/>
              </a:ext>
            </a:extLst>
          </p:cNvPr>
          <p:cNvSpPr/>
          <p:nvPr/>
        </p:nvSpPr>
        <p:spPr>
          <a:xfrm>
            <a:off x="4015671" y="2426424"/>
            <a:ext cx="63570" cy="39106"/>
          </a:xfrm>
          <a:custGeom>
            <a:avLst/>
            <a:gdLst/>
            <a:ahLst/>
            <a:cxnLst/>
            <a:rect l="0" t="0" r="0" b="0"/>
            <a:pathLst>
              <a:path w="63570" h="39106">
                <a:moveTo>
                  <a:pt x="15710" y="15933"/>
                </a:moveTo>
                <a:lnTo>
                  <a:pt x="34601" y="27941"/>
                </a:lnTo>
                <a:lnTo>
                  <a:pt x="62611" y="39105"/>
                </a:lnTo>
                <a:lnTo>
                  <a:pt x="63569" y="33155"/>
                </a:lnTo>
                <a:lnTo>
                  <a:pt x="36479" y="14244"/>
                </a:lnTo>
                <a:lnTo>
                  <a:pt x="9234" y="1872"/>
                </a:lnTo>
                <a:lnTo>
                  <a:pt x="0" y="0"/>
                </a:lnTo>
                <a:close/>
              </a:path>
            </a:pathLst>
          </a:custGeom>
          <a:solidFill>
            <a:srgbClr val="E4E8DF"/>
          </a:solidFill>
          <a:ln w="7620">
            <a:solidFill>
              <a:srgbClr val="596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浙江省标注">
            <a:extLst>
              <a:ext uri="{FF2B5EF4-FFF2-40B4-BE49-F238E27FC236}">
                <a16:creationId xmlns:a16="http://schemas.microsoft.com/office/drawing/2014/main" id="{5647883D-CC21-8C50-115F-784EB25D3CE3}"/>
              </a:ext>
            </a:extLst>
          </p:cNvPr>
          <p:cNvSpPr txBox="1"/>
          <p:nvPr/>
        </p:nvSpPr>
        <p:spPr>
          <a:xfrm>
            <a:off x="1587500" y="3352800"/>
            <a:ext cx="1048364" cy="3539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65705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浙 江 省</a:t>
            </a:r>
          </a:p>
        </p:txBody>
      </p:sp>
      <p:sp>
        <p:nvSpPr>
          <p:cNvPr id="38" name="东海标注">
            <a:extLst>
              <a:ext uri="{FF2B5EF4-FFF2-40B4-BE49-F238E27FC236}">
                <a16:creationId xmlns:a16="http://schemas.microsoft.com/office/drawing/2014/main" id="{7B7AF574-A09C-4311-810D-E4C7DE9B6267}"/>
              </a:ext>
            </a:extLst>
          </p:cNvPr>
          <p:cNvSpPr txBox="1"/>
          <p:nvPr/>
        </p:nvSpPr>
        <p:spPr>
          <a:xfrm>
            <a:off x="3975100" y="3771900"/>
            <a:ext cx="437620" cy="2308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1500">
                <a:solidFill>
                  <a:srgbClr val="6F95AD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东 海</a:t>
            </a:r>
          </a:p>
        </p:txBody>
      </p:sp>
      <p:sp>
        <p:nvSpPr>
          <p:cNvPr id="39" name="a 杭州幅覆盖范围 红色实线">
            <a:extLst>
              <a:ext uri="{FF2B5EF4-FFF2-40B4-BE49-F238E27FC236}">
                <a16:creationId xmlns:a16="http://schemas.microsoft.com/office/drawing/2014/main" id="{CB779DBA-FF77-C319-88D7-74A8ABBACDFE}"/>
              </a:ext>
            </a:extLst>
          </p:cNvPr>
          <p:cNvSpPr/>
          <p:nvPr/>
        </p:nvSpPr>
        <p:spPr>
          <a:xfrm>
            <a:off x="2308195" y="1808531"/>
            <a:ext cx="778617" cy="596397"/>
          </a:xfrm>
          <a:prstGeom prst="rect">
            <a:avLst/>
          </a:prstGeom>
          <a:noFill/>
          <a:ln w="22860" cap="flat" cmpd="sng" algn="ctr">
            <a:solidFill>
              <a:srgbClr val="B4213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a 杭州幅文字">
            <a:extLst>
              <a:ext uri="{FF2B5EF4-FFF2-40B4-BE49-F238E27FC236}">
                <a16:creationId xmlns:a16="http://schemas.microsoft.com/office/drawing/2014/main" id="{B34EE2F8-C3FA-12B1-C984-F6F8B942CE05}"/>
              </a:ext>
            </a:extLst>
          </p:cNvPr>
          <p:cNvSpPr txBox="1"/>
          <p:nvPr/>
        </p:nvSpPr>
        <p:spPr>
          <a:xfrm>
            <a:off x="1143000" y="1041400"/>
            <a:ext cx="577081" cy="2308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B4213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</a:t>
            </a:r>
          </a:p>
        </p:txBody>
      </p:sp>
      <p:cxnSp>
        <p:nvCxnSpPr>
          <p:cNvPr id="41" name="a 杭州幅引线">
            <a:extLst>
              <a:ext uri="{FF2B5EF4-FFF2-40B4-BE49-F238E27FC236}">
                <a16:creationId xmlns:a16="http://schemas.microsoft.com/office/drawing/2014/main" id="{EAAD76D6-17D8-51D3-6642-71EAABF235E0}"/>
              </a:ext>
            </a:extLst>
          </p:cNvPr>
          <p:cNvCxnSpPr/>
          <p:nvPr/>
        </p:nvCxnSpPr>
        <p:spPr>
          <a:xfrm>
            <a:off x="2032000" y="1358900"/>
            <a:ext cx="314295" cy="513131"/>
          </a:xfrm>
          <a:prstGeom prst="line">
            <a:avLst/>
          </a:prstGeom>
          <a:ln w="13970">
            <a:solidFill>
              <a:srgbClr val="B421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 局部研究区位置">
            <a:extLst>
              <a:ext uri="{FF2B5EF4-FFF2-40B4-BE49-F238E27FC236}">
                <a16:creationId xmlns:a16="http://schemas.microsoft.com/office/drawing/2014/main" id="{9D1CFB9F-AEF2-966E-FD84-C305B9D36E66}"/>
              </a:ext>
            </a:extLst>
          </p:cNvPr>
          <p:cNvSpPr/>
          <p:nvPr/>
        </p:nvSpPr>
        <p:spPr>
          <a:xfrm>
            <a:off x="2441127" y="2036093"/>
            <a:ext cx="50800" cy="50800"/>
          </a:xfrm>
          <a:prstGeom prst="ellipse">
            <a:avLst/>
          </a:prstGeom>
          <a:solidFill>
            <a:srgbClr val="2222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a 指北针">
            <a:extLst>
              <a:ext uri="{FF2B5EF4-FFF2-40B4-BE49-F238E27FC236}">
                <a16:creationId xmlns:a16="http://schemas.microsoft.com/office/drawing/2014/main" id="{A29B8D98-EEAA-90D2-BA17-BBB5FAA213C9}"/>
              </a:ext>
            </a:extLst>
          </p:cNvPr>
          <p:cNvCxnSpPr/>
          <p:nvPr/>
        </p:nvCxnSpPr>
        <p:spPr>
          <a:xfrm flipV="1">
            <a:off x="4673600" y="990600"/>
            <a:ext cx="0" cy="317500"/>
          </a:xfrm>
          <a:prstGeom prst="line">
            <a:avLst/>
          </a:prstGeom>
          <a:ln w="19050">
            <a:solidFill>
              <a:srgbClr val="22222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 北向标记">
            <a:extLst>
              <a:ext uri="{FF2B5EF4-FFF2-40B4-BE49-F238E27FC236}">
                <a16:creationId xmlns:a16="http://schemas.microsoft.com/office/drawing/2014/main" id="{E3521D56-2303-25A8-2D12-8782EC318DDC}"/>
              </a:ext>
            </a:extLst>
          </p:cNvPr>
          <p:cNvSpPr txBox="1"/>
          <p:nvPr/>
        </p:nvSpPr>
        <p:spPr>
          <a:xfrm>
            <a:off x="4546600" y="1346200"/>
            <a:ext cx="120226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sz="1300" b="1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a 比例尺黑段">
            <a:extLst>
              <a:ext uri="{FF2B5EF4-FFF2-40B4-BE49-F238E27FC236}">
                <a16:creationId xmlns:a16="http://schemas.microsoft.com/office/drawing/2014/main" id="{E6A55ADB-91BD-0DEE-2C05-A687A7600E69}"/>
              </a:ext>
            </a:extLst>
          </p:cNvPr>
          <p:cNvSpPr/>
          <p:nvPr/>
        </p:nvSpPr>
        <p:spPr>
          <a:xfrm>
            <a:off x="762000" y="5130800"/>
            <a:ext cx="401813" cy="63500"/>
          </a:xfrm>
          <a:prstGeom prst="rect">
            <a:avLst/>
          </a:prstGeom>
          <a:solidFill>
            <a:srgbClr val="222222"/>
          </a:solidFill>
          <a:ln w="7620">
            <a:solidFill>
              <a:srgbClr val="22222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a 比例尺白段">
            <a:extLst>
              <a:ext uri="{FF2B5EF4-FFF2-40B4-BE49-F238E27FC236}">
                <a16:creationId xmlns:a16="http://schemas.microsoft.com/office/drawing/2014/main" id="{1C0A5F39-E3D1-B7AB-D056-F32310B73BD4}"/>
              </a:ext>
            </a:extLst>
          </p:cNvPr>
          <p:cNvSpPr/>
          <p:nvPr/>
        </p:nvSpPr>
        <p:spPr>
          <a:xfrm>
            <a:off x="1163813" y="5130800"/>
            <a:ext cx="401813" cy="63500"/>
          </a:xfrm>
          <a:prstGeom prst="rect">
            <a:avLst/>
          </a:prstGeom>
          <a:solidFill>
            <a:srgbClr val="FFFFFF"/>
          </a:solidFill>
          <a:ln w="7620">
            <a:solidFill>
              <a:srgbClr val="22222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a 比例尺0">
            <a:extLst>
              <a:ext uri="{FF2B5EF4-FFF2-40B4-BE49-F238E27FC236}">
                <a16:creationId xmlns:a16="http://schemas.microsoft.com/office/drawing/2014/main" id="{9D2DA53B-9F4E-57E3-C225-FD01356AAAEC}"/>
              </a:ext>
            </a:extLst>
          </p:cNvPr>
          <p:cNvSpPr txBox="1"/>
          <p:nvPr/>
        </p:nvSpPr>
        <p:spPr>
          <a:xfrm>
            <a:off x="698500" y="5232400"/>
            <a:ext cx="70532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endParaRPr lang="zh-CN" altLang="en-US" sz="10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a 比例尺中点">
            <a:extLst>
              <a:ext uri="{FF2B5EF4-FFF2-40B4-BE49-F238E27FC236}">
                <a16:creationId xmlns:a16="http://schemas.microsoft.com/office/drawing/2014/main" id="{2007F3C9-33A4-2D28-618A-5F3A75E0A0D6}"/>
              </a:ext>
            </a:extLst>
          </p:cNvPr>
          <p:cNvSpPr txBox="1"/>
          <p:nvPr/>
        </p:nvSpPr>
        <p:spPr>
          <a:xfrm>
            <a:off x="973313" y="5232400"/>
            <a:ext cx="141064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50</a:t>
            </a:r>
            <a:endParaRPr lang="zh-CN" altLang="en-US" sz="10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a 比例尺终点">
            <a:extLst>
              <a:ext uri="{FF2B5EF4-FFF2-40B4-BE49-F238E27FC236}">
                <a16:creationId xmlns:a16="http://schemas.microsoft.com/office/drawing/2014/main" id="{A9799202-6BBE-50F1-88CC-DC071563A92B}"/>
              </a:ext>
            </a:extLst>
          </p:cNvPr>
          <p:cNvSpPr txBox="1"/>
          <p:nvPr/>
        </p:nvSpPr>
        <p:spPr>
          <a:xfrm>
            <a:off x="1273526" y="5232400"/>
            <a:ext cx="418384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100 km</a:t>
            </a:r>
            <a:endParaRPr lang="zh-CN" altLang="en-US" sz="10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b 杭州幅内部">
            <a:extLst>
              <a:ext uri="{FF2B5EF4-FFF2-40B4-BE49-F238E27FC236}">
                <a16:creationId xmlns:a16="http://schemas.microsoft.com/office/drawing/2014/main" id="{A1344647-D14B-E474-975C-E44BB18E980B}"/>
              </a:ext>
            </a:extLst>
          </p:cNvPr>
          <p:cNvSpPr/>
          <p:nvPr/>
        </p:nvSpPr>
        <p:spPr>
          <a:xfrm>
            <a:off x="6299200" y="1181100"/>
            <a:ext cx="5308600" cy="4102100"/>
          </a:xfrm>
          <a:prstGeom prst="rect">
            <a:avLst/>
          </a:prstGeom>
          <a:solidFill>
            <a:srgbClr val="FAFA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b 经线 120.25">
            <a:extLst>
              <a:ext uri="{FF2B5EF4-FFF2-40B4-BE49-F238E27FC236}">
                <a16:creationId xmlns:a16="http://schemas.microsoft.com/office/drawing/2014/main" id="{67FDA515-5F7F-3D52-37D5-933278152BBA}"/>
              </a:ext>
            </a:extLst>
          </p:cNvPr>
          <p:cNvCxnSpPr/>
          <p:nvPr/>
        </p:nvCxnSpPr>
        <p:spPr>
          <a:xfrm>
            <a:off x="7626350" y="1181100"/>
            <a:ext cx="0" cy="4102100"/>
          </a:xfrm>
          <a:prstGeom prst="line">
            <a:avLst/>
          </a:prstGeom>
          <a:ln w="7620">
            <a:solidFill>
              <a:srgbClr val="D7DED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b 经线 120.5">
            <a:extLst>
              <a:ext uri="{FF2B5EF4-FFF2-40B4-BE49-F238E27FC236}">
                <a16:creationId xmlns:a16="http://schemas.microsoft.com/office/drawing/2014/main" id="{881B32CD-E913-8CC1-2790-0478B225672D}"/>
              </a:ext>
            </a:extLst>
          </p:cNvPr>
          <p:cNvCxnSpPr/>
          <p:nvPr/>
        </p:nvCxnSpPr>
        <p:spPr>
          <a:xfrm>
            <a:off x="8953500" y="1181100"/>
            <a:ext cx="0" cy="4102100"/>
          </a:xfrm>
          <a:prstGeom prst="line">
            <a:avLst/>
          </a:prstGeom>
          <a:ln w="7620">
            <a:solidFill>
              <a:srgbClr val="D7DED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b 经线 120.75">
            <a:extLst>
              <a:ext uri="{FF2B5EF4-FFF2-40B4-BE49-F238E27FC236}">
                <a16:creationId xmlns:a16="http://schemas.microsoft.com/office/drawing/2014/main" id="{8FADEB50-EEC2-AB5E-CD9B-CA0318137817}"/>
              </a:ext>
            </a:extLst>
          </p:cNvPr>
          <p:cNvCxnSpPr/>
          <p:nvPr/>
        </p:nvCxnSpPr>
        <p:spPr>
          <a:xfrm>
            <a:off x="10280650" y="1181100"/>
            <a:ext cx="0" cy="4102100"/>
          </a:xfrm>
          <a:prstGeom prst="line">
            <a:avLst/>
          </a:prstGeom>
          <a:ln w="7620">
            <a:solidFill>
              <a:srgbClr val="D7DED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b 纬线 30.1666666666667">
            <a:extLst>
              <a:ext uri="{FF2B5EF4-FFF2-40B4-BE49-F238E27FC236}">
                <a16:creationId xmlns:a16="http://schemas.microsoft.com/office/drawing/2014/main" id="{9BA0275B-6E43-13B6-D3E1-D541EDF60DF1}"/>
              </a:ext>
            </a:extLst>
          </p:cNvPr>
          <p:cNvCxnSpPr/>
          <p:nvPr/>
        </p:nvCxnSpPr>
        <p:spPr>
          <a:xfrm>
            <a:off x="6299200" y="4257675"/>
            <a:ext cx="5308600" cy="0"/>
          </a:xfrm>
          <a:prstGeom prst="line">
            <a:avLst/>
          </a:prstGeom>
          <a:ln w="7620">
            <a:solidFill>
              <a:srgbClr val="D7DED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b 纬线 30.3333333333333">
            <a:extLst>
              <a:ext uri="{FF2B5EF4-FFF2-40B4-BE49-F238E27FC236}">
                <a16:creationId xmlns:a16="http://schemas.microsoft.com/office/drawing/2014/main" id="{F6CB9DCB-C490-D394-E43A-01DB1FFF419D}"/>
              </a:ext>
            </a:extLst>
          </p:cNvPr>
          <p:cNvCxnSpPr/>
          <p:nvPr/>
        </p:nvCxnSpPr>
        <p:spPr>
          <a:xfrm>
            <a:off x="6299200" y="3232150"/>
            <a:ext cx="5308600" cy="0"/>
          </a:xfrm>
          <a:prstGeom prst="line">
            <a:avLst/>
          </a:prstGeom>
          <a:ln w="7620">
            <a:solidFill>
              <a:srgbClr val="D7DED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b 纬线 30.5">
            <a:extLst>
              <a:ext uri="{FF2B5EF4-FFF2-40B4-BE49-F238E27FC236}">
                <a16:creationId xmlns:a16="http://schemas.microsoft.com/office/drawing/2014/main" id="{598EE82E-8FDE-7CC0-F597-AA065FFA4002}"/>
              </a:ext>
            </a:extLst>
          </p:cNvPr>
          <p:cNvCxnSpPr/>
          <p:nvPr/>
        </p:nvCxnSpPr>
        <p:spPr>
          <a:xfrm>
            <a:off x="6299200" y="2206625"/>
            <a:ext cx="5308600" cy="0"/>
          </a:xfrm>
          <a:prstGeom prst="line">
            <a:avLst/>
          </a:prstGeom>
          <a:ln w="7620">
            <a:solidFill>
              <a:srgbClr val="D7DED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两图上放大连线">
            <a:extLst>
              <a:ext uri="{FF2B5EF4-FFF2-40B4-BE49-F238E27FC236}">
                <a16:creationId xmlns:a16="http://schemas.microsoft.com/office/drawing/2014/main" id="{B2FB10EA-2158-27AB-8510-929CBE95C0A9}"/>
              </a:ext>
            </a:extLst>
          </p:cNvPr>
          <p:cNvCxnSpPr/>
          <p:nvPr/>
        </p:nvCxnSpPr>
        <p:spPr>
          <a:xfrm flipV="1">
            <a:off x="3086812" y="1181100"/>
            <a:ext cx="3212388" cy="627431"/>
          </a:xfrm>
          <a:prstGeom prst="line">
            <a:avLst/>
          </a:prstGeom>
          <a:ln w="10160">
            <a:solidFill>
              <a:srgbClr val="90989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两图下放大连线">
            <a:extLst>
              <a:ext uri="{FF2B5EF4-FFF2-40B4-BE49-F238E27FC236}">
                <a16:creationId xmlns:a16="http://schemas.microsoft.com/office/drawing/2014/main" id="{1578E068-88E3-70BF-DBC8-2B7026E2010D}"/>
              </a:ext>
            </a:extLst>
          </p:cNvPr>
          <p:cNvCxnSpPr/>
          <p:nvPr/>
        </p:nvCxnSpPr>
        <p:spPr>
          <a:xfrm>
            <a:off x="3086812" y="2404928"/>
            <a:ext cx="3212388" cy="2878272"/>
          </a:xfrm>
          <a:prstGeom prst="line">
            <a:avLst/>
          </a:prstGeom>
          <a:ln w="10160">
            <a:solidFill>
              <a:srgbClr val="90989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b 杭州幅覆盖范围 红色实线">
            <a:extLst>
              <a:ext uri="{FF2B5EF4-FFF2-40B4-BE49-F238E27FC236}">
                <a16:creationId xmlns:a16="http://schemas.microsoft.com/office/drawing/2014/main" id="{BFF27298-055D-9AD7-70F4-8CCD824AB362}"/>
              </a:ext>
            </a:extLst>
          </p:cNvPr>
          <p:cNvSpPr/>
          <p:nvPr/>
        </p:nvSpPr>
        <p:spPr>
          <a:xfrm>
            <a:off x="6299200" y="1181100"/>
            <a:ext cx="5308600" cy="4102100"/>
          </a:xfrm>
          <a:prstGeom prst="rect">
            <a:avLst/>
          </a:prstGeom>
          <a:noFill/>
          <a:ln w="22860" cap="flat" cmpd="sng" algn="ctr">
            <a:solidFill>
              <a:srgbClr val="B4213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b 经度刻度0">
            <a:extLst>
              <a:ext uri="{FF2B5EF4-FFF2-40B4-BE49-F238E27FC236}">
                <a16:creationId xmlns:a16="http://schemas.microsoft.com/office/drawing/2014/main" id="{98ED5D2A-0902-BDD9-5BBD-E29B086F6041}"/>
              </a:ext>
            </a:extLst>
          </p:cNvPr>
          <p:cNvCxnSpPr/>
          <p:nvPr/>
        </p:nvCxnSpPr>
        <p:spPr>
          <a:xfrm>
            <a:off x="6299200" y="5283200"/>
            <a:ext cx="0" cy="6350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b 经度标签0">
            <a:extLst>
              <a:ext uri="{FF2B5EF4-FFF2-40B4-BE49-F238E27FC236}">
                <a16:creationId xmlns:a16="http://schemas.microsoft.com/office/drawing/2014/main" id="{130FB98A-0D1F-5D7B-2822-15367C0775D1}"/>
              </a:ext>
            </a:extLst>
          </p:cNvPr>
          <p:cNvSpPr txBox="1"/>
          <p:nvPr/>
        </p:nvSpPr>
        <p:spPr>
          <a:xfrm>
            <a:off x="5854700" y="5397500"/>
            <a:ext cx="57227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120°00′E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2" name="b 经度刻度1">
            <a:extLst>
              <a:ext uri="{FF2B5EF4-FFF2-40B4-BE49-F238E27FC236}">
                <a16:creationId xmlns:a16="http://schemas.microsoft.com/office/drawing/2014/main" id="{055921C0-5DC4-3E8C-EC49-971FFBAC4C99}"/>
              </a:ext>
            </a:extLst>
          </p:cNvPr>
          <p:cNvCxnSpPr/>
          <p:nvPr/>
        </p:nvCxnSpPr>
        <p:spPr>
          <a:xfrm>
            <a:off x="7626350" y="5283200"/>
            <a:ext cx="0" cy="6350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b 经度标签1">
            <a:extLst>
              <a:ext uri="{FF2B5EF4-FFF2-40B4-BE49-F238E27FC236}">
                <a16:creationId xmlns:a16="http://schemas.microsoft.com/office/drawing/2014/main" id="{7A55C8F6-977F-196B-FE30-AA76FA441499}"/>
              </a:ext>
            </a:extLst>
          </p:cNvPr>
          <p:cNvSpPr txBox="1"/>
          <p:nvPr/>
        </p:nvSpPr>
        <p:spPr>
          <a:xfrm>
            <a:off x="7181850" y="5397500"/>
            <a:ext cx="57227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120°15′E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4" name="b 经度刻度2">
            <a:extLst>
              <a:ext uri="{FF2B5EF4-FFF2-40B4-BE49-F238E27FC236}">
                <a16:creationId xmlns:a16="http://schemas.microsoft.com/office/drawing/2014/main" id="{3CCBF17E-94E1-CFDF-BD50-CC0E1E21F5AF}"/>
              </a:ext>
            </a:extLst>
          </p:cNvPr>
          <p:cNvCxnSpPr/>
          <p:nvPr/>
        </p:nvCxnSpPr>
        <p:spPr>
          <a:xfrm>
            <a:off x="8953500" y="5283200"/>
            <a:ext cx="0" cy="6350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b 经度标签2">
            <a:extLst>
              <a:ext uri="{FF2B5EF4-FFF2-40B4-BE49-F238E27FC236}">
                <a16:creationId xmlns:a16="http://schemas.microsoft.com/office/drawing/2014/main" id="{C7E69C06-C115-DCE1-76AA-4BA7B55857A5}"/>
              </a:ext>
            </a:extLst>
          </p:cNvPr>
          <p:cNvSpPr txBox="1"/>
          <p:nvPr/>
        </p:nvSpPr>
        <p:spPr>
          <a:xfrm>
            <a:off x="8509000" y="5397500"/>
            <a:ext cx="57227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120°30′E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6" name="b 经度刻度3">
            <a:extLst>
              <a:ext uri="{FF2B5EF4-FFF2-40B4-BE49-F238E27FC236}">
                <a16:creationId xmlns:a16="http://schemas.microsoft.com/office/drawing/2014/main" id="{1184C550-5ABE-6946-8C2E-44B2A223FD0C}"/>
              </a:ext>
            </a:extLst>
          </p:cNvPr>
          <p:cNvCxnSpPr/>
          <p:nvPr/>
        </p:nvCxnSpPr>
        <p:spPr>
          <a:xfrm>
            <a:off x="10280650" y="5283200"/>
            <a:ext cx="0" cy="6350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b 经度标签3">
            <a:extLst>
              <a:ext uri="{FF2B5EF4-FFF2-40B4-BE49-F238E27FC236}">
                <a16:creationId xmlns:a16="http://schemas.microsoft.com/office/drawing/2014/main" id="{043076DE-CF98-2686-FD3E-A92C9C56FD5B}"/>
              </a:ext>
            </a:extLst>
          </p:cNvPr>
          <p:cNvSpPr txBox="1"/>
          <p:nvPr/>
        </p:nvSpPr>
        <p:spPr>
          <a:xfrm>
            <a:off x="9836150" y="5397500"/>
            <a:ext cx="57227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120°45′E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8" name="b 经度刻度4">
            <a:extLst>
              <a:ext uri="{FF2B5EF4-FFF2-40B4-BE49-F238E27FC236}">
                <a16:creationId xmlns:a16="http://schemas.microsoft.com/office/drawing/2014/main" id="{ECCC06DC-373F-A125-4621-C6390E274D0A}"/>
              </a:ext>
            </a:extLst>
          </p:cNvPr>
          <p:cNvCxnSpPr/>
          <p:nvPr/>
        </p:nvCxnSpPr>
        <p:spPr>
          <a:xfrm>
            <a:off x="11607800" y="5283200"/>
            <a:ext cx="0" cy="6350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b 经度标签4">
            <a:extLst>
              <a:ext uri="{FF2B5EF4-FFF2-40B4-BE49-F238E27FC236}">
                <a16:creationId xmlns:a16="http://schemas.microsoft.com/office/drawing/2014/main" id="{6157850E-8D7A-A04D-E432-5D3A354675EA}"/>
              </a:ext>
            </a:extLst>
          </p:cNvPr>
          <p:cNvSpPr txBox="1"/>
          <p:nvPr/>
        </p:nvSpPr>
        <p:spPr>
          <a:xfrm>
            <a:off x="11163300" y="5397500"/>
            <a:ext cx="572273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121°00′E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0" name="b 纬度刻度0">
            <a:extLst>
              <a:ext uri="{FF2B5EF4-FFF2-40B4-BE49-F238E27FC236}">
                <a16:creationId xmlns:a16="http://schemas.microsoft.com/office/drawing/2014/main" id="{659415E2-03F5-FE4A-022A-6B7F5BDFDC38}"/>
              </a:ext>
            </a:extLst>
          </p:cNvPr>
          <p:cNvCxnSpPr/>
          <p:nvPr/>
        </p:nvCxnSpPr>
        <p:spPr>
          <a:xfrm>
            <a:off x="6235700" y="1181100"/>
            <a:ext cx="63500" cy="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b 纬度标签0">
            <a:extLst>
              <a:ext uri="{FF2B5EF4-FFF2-40B4-BE49-F238E27FC236}">
                <a16:creationId xmlns:a16="http://schemas.microsoft.com/office/drawing/2014/main" id="{AF393351-C03A-A794-E68A-86153A4F45CE}"/>
              </a:ext>
            </a:extLst>
          </p:cNvPr>
          <p:cNvSpPr txBox="1"/>
          <p:nvPr/>
        </p:nvSpPr>
        <p:spPr>
          <a:xfrm>
            <a:off x="5461000" y="1079500"/>
            <a:ext cx="501740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30°40′N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2" name="b 纬度刻度1">
            <a:extLst>
              <a:ext uri="{FF2B5EF4-FFF2-40B4-BE49-F238E27FC236}">
                <a16:creationId xmlns:a16="http://schemas.microsoft.com/office/drawing/2014/main" id="{C8BDD3DB-15CA-139F-A9A6-2E40F31A936D}"/>
              </a:ext>
            </a:extLst>
          </p:cNvPr>
          <p:cNvCxnSpPr/>
          <p:nvPr/>
        </p:nvCxnSpPr>
        <p:spPr>
          <a:xfrm>
            <a:off x="6235700" y="2206625"/>
            <a:ext cx="63500" cy="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b 纬度标签1">
            <a:extLst>
              <a:ext uri="{FF2B5EF4-FFF2-40B4-BE49-F238E27FC236}">
                <a16:creationId xmlns:a16="http://schemas.microsoft.com/office/drawing/2014/main" id="{6AB7AAC2-F7A1-54EA-D0F7-3F8F6C0A3949}"/>
              </a:ext>
            </a:extLst>
          </p:cNvPr>
          <p:cNvSpPr txBox="1"/>
          <p:nvPr/>
        </p:nvSpPr>
        <p:spPr>
          <a:xfrm>
            <a:off x="5461000" y="2105025"/>
            <a:ext cx="501740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30°30′N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4" name="b 纬度刻度2">
            <a:extLst>
              <a:ext uri="{FF2B5EF4-FFF2-40B4-BE49-F238E27FC236}">
                <a16:creationId xmlns:a16="http://schemas.microsoft.com/office/drawing/2014/main" id="{0DC0F62D-5CC5-A3E6-2BAC-776572710BB5}"/>
              </a:ext>
            </a:extLst>
          </p:cNvPr>
          <p:cNvCxnSpPr/>
          <p:nvPr/>
        </p:nvCxnSpPr>
        <p:spPr>
          <a:xfrm>
            <a:off x="6235700" y="3232150"/>
            <a:ext cx="63500" cy="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b 纬度标签2">
            <a:extLst>
              <a:ext uri="{FF2B5EF4-FFF2-40B4-BE49-F238E27FC236}">
                <a16:creationId xmlns:a16="http://schemas.microsoft.com/office/drawing/2014/main" id="{69D83181-3D15-A9F2-292E-CB1A7AEF2C92}"/>
              </a:ext>
            </a:extLst>
          </p:cNvPr>
          <p:cNvSpPr txBox="1"/>
          <p:nvPr/>
        </p:nvSpPr>
        <p:spPr>
          <a:xfrm>
            <a:off x="5461000" y="3130550"/>
            <a:ext cx="501740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30°20′N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6" name="b 纬度刻度3">
            <a:extLst>
              <a:ext uri="{FF2B5EF4-FFF2-40B4-BE49-F238E27FC236}">
                <a16:creationId xmlns:a16="http://schemas.microsoft.com/office/drawing/2014/main" id="{D23C1BD7-128D-5294-C3EF-630F25D4699E}"/>
              </a:ext>
            </a:extLst>
          </p:cNvPr>
          <p:cNvCxnSpPr/>
          <p:nvPr/>
        </p:nvCxnSpPr>
        <p:spPr>
          <a:xfrm>
            <a:off x="6235700" y="4257675"/>
            <a:ext cx="63500" cy="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b 纬度标签3">
            <a:extLst>
              <a:ext uri="{FF2B5EF4-FFF2-40B4-BE49-F238E27FC236}">
                <a16:creationId xmlns:a16="http://schemas.microsoft.com/office/drawing/2014/main" id="{4C42683A-8BB1-C84E-1BE5-4703FB6E3352}"/>
              </a:ext>
            </a:extLst>
          </p:cNvPr>
          <p:cNvSpPr txBox="1"/>
          <p:nvPr/>
        </p:nvSpPr>
        <p:spPr>
          <a:xfrm>
            <a:off x="5461000" y="4156075"/>
            <a:ext cx="501740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30°10′N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8" name="b 纬度刻度4">
            <a:extLst>
              <a:ext uri="{FF2B5EF4-FFF2-40B4-BE49-F238E27FC236}">
                <a16:creationId xmlns:a16="http://schemas.microsoft.com/office/drawing/2014/main" id="{B5821DC8-1EF3-44FE-BFDA-7BF8135BC617}"/>
              </a:ext>
            </a:extLst>
          </p:cNvPr>
          <p:cNvCxnSpPr/>
          <p:nvPr/>
        </p:nvCxnSpPr>
        <p:spPr>
          <a:xfrm>
            <a:off x="6235700" y="5283200"/>
            <a:ext cx="63500" cy="0"/>
          </a:xfrm>
          <a:prstGeom prst="line">
            <a:avLst/>
          </a:prstGeom>
          <a:ln w="10160">
            <a:solidFill>
              <a:srgbClr val="2222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b 纬度标签4">
            <a:extLst>
              <a:ext uri="{FF2B5EF4-FFF2-40B4-BE49-F238E27FC236}">
                <a16:creationId xmlns:a16="http://schemas.microsoft.com/office/drawing/2014/main" id="{FAF40931-2DFD-4809-B5F4-D537781F5E46}"/>
              </a:ext>
            </a:extLst>
          </p:cNvPr>
          <p:cNvSpPr txBox="1"/>
          <p:nvPr/>
        </p:nvSpPr>
        <p:spPr>
          <a:xfrm>
            <a:off x="5461000" y="5181600"/>
            <a:ext cx="501740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11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30°00′N</a:t>
            </a:r>
            <a:endParaRPr lang="zh-CN" altLang="en-US" sz="11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0" name="b 局部研究区经纬度包络框 非实际边界">
            <a:extLst>
              <a:ext uri="{FF2B5EF4-FFF2-40B4-BE49-F238E27FC236}">
                <a16:creationId xmlns:a16="http://schemas.microsoft.com/office/drawing/2014/main" id="{FC4F7375-31C9-5C4A-55F9-AB6F60638275}"/>
              </a:ext>
            </a:extLst>
          </p:cNvPr>
          <p:cNvSpPr/>
          <p:nvPr/>
        </p:nvSpPr>
        <p:spPr>
          <a:xfrm>
            <a:off x="7160779" y="2732276"/>
            <a:ext cx="436056" cy="377353"/>
          </a:xfrm>
          <a:prstGeom prst="rect">
            <a:avLst/>
          </a:prstGeom>
          <a:solidFill>
            <a:srgbClr val="E4B465"/>
          </a:solidFill>
          <a:ln w="22860">
            <a:solidFill>
              <a:srgbClr val="22222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b 局部研究区标注">
            <a:extLst>
              <a:ext uri="{FF2B5EF4-FFF2-40B4-BE49-F238E27FC236}">
                <a16:creationId xmlns:a16="http://schemas.microsoft.com/office/drawing/2014/main" id="{8203816F-D0F8-C3BB-EE1B-9668C975F8E5}"/>
              </a:ext>
            </a:extLst>
          </p:cNvPr>
          <p:cNvSpPr txBox="1"/>
          <p:nvPr/>
        </p:nvSpPr>
        <p:spPr>
          <a:xfrm>
            <a:off x="8166100" y="1993900"/>
            <a:ext cx="1231106" cy="49244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局部研究区
经纬度包络框</a:t>
            </a:r>
          </a:p>
        </p:txBody>
      </p:sp>
      <p:cxnSp>
        <p:nvCxnSpPr>
          <p:cNvPr id="82" name="b 包络框指示箭头">
            <a:extLst>
              <a:ext uri="{FF2B5EF4-FFF2-40B4-BE49-F238E27FC236}">
                <a16:creationId xmlns:a16="http://schemas.microsoft.com/office/drawing/2014/main" id="{8F9967F7-4C66-B188-5DE3-6FCF1A41440E}"/>
              </a:ext>
            </a:extLst>
          </p:cNvPr>
          <p:cNvCxnSpPr/>
          <p:nvPr/>
        </p:nvCxnSpPr>
        <p:spPr>
          <a:xfrm flipH="1">
            <a:off x="7634936" y="2641600"/>
            <a:ext cx="607364" cy="279353"/>
          </a:xfrm>
          <a:prstGeom prst="line">
            <a:avLst/>
          </a:prstGeom>
          <a:ln w="15240">
            <a:solidFill>
              <a:srgbClr val="22222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b 杭州幅标注">
            <a:extLst>
              <a:ext uri="{FF2B5EF4-FFF2-40B4-BE49-F238E27FC236}">
                <a16:creationId xmlns:a16="http://schemas.microsoft.com/office/drawing/2014/main" id="{F8EC64A6-62F2-6F64-1C82-B23CFAB2F71B}"/>
              </a:ext>
            </a:extLst>
          </p:cNvPr>
          <p:cNvSpPr txBox="1"/>
          <p:nvPr/>
        </p:nvSpPr>
        <p:spPr>
          <a:xfrm>
            <a:off x="8140700" y="1397000"/>
            <a:ext cx="1436291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1600">
                <a:solidFill>
                  <a:srgbClr val="B4213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杭州幅覆盖范围</a:t>
            </a:r>
          </a:p>
        </p:txBody>
      </p:sp>
      <p:cxnSp>
        <p:nvCxnSpPr>
          <p:cNvPr id="84" name="b 指北针">
            <a:extLst>
              <a:ext uri="{FF2B5EF4-FFF2-40B4-BE49-F238E27FC236}">
                <a16:creationId xmlns:a16="http://schemas.microsoft.com/office/drawing/2014/main" id="{347A78B7-D514-D733-CBCE-96F198513A8A}"/>
              </a:ext>
            </a:extLst>
          </p:cNvPr>
          <p:cNvCxnSpPr/>
          <p:nvPr/>
        </p:nvCxnSpPr>
        <p:spPr>
          <a:xfrm flipV="1">
            <a:off x="11163300" y="1498600"/>
            <a:ext cx="0" cy="317500"/>
          </a:xfrm>
          <a:prstGeom prst="line">
            <a:avLst/>
          </a:prstGeom>
          <a:ln w="19050">
            <a:solidFill>
              <a:srgbClr val="22222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b 北向标记">
            <a:extLst>
              <a:ext uri="{FF2B5EF4-FFF2-40B4-BE49-F238E27FC236}">
                <a16:creationId xmlns:a16="http://schemas.microsoft.com/office/drawing/2014/main" id="{F6FB76B2-3B6A-E0D8-B175-32B057091F57}"/>
              </a:ext>
            </a:extLst>
          </p:cNvPr>
          <p:cNvSpPr txBox="1"/>
          <p:nvPr/>
        </p:nvSpPr>
        <p:spPr>
          <a:xfrm>
            <a:off x="11036300" y="1854200"/>
            <a:ext cx="120226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sz="1300" b="1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6" name="b 比例尺黑段">
            <a:extLst>
              <a:ext uri="{FF2B5EF4-FFF2-40B4-BE49-F238E27FC236}">
                <a16:creationId xmlns:a16="http://schemas.microsoft.com/office/drawing/2014/main" id="{1EB2E932-048B-DF35-D17B-A06BEFF6B6B0}"/>
              </a:ext>
            </a:extLst>
          </p:cNvPr>
          <p:cNvSpPr/>
          <p:nvPr/>
        </p:nvSpPr>
        <p:spPr>
          <a:xfrm>
            <a:off x="9740900" y="4699000"/>
            <a:ext cx="552516" cy="63500"/>
          </a:xfrm>
          <a:prstGeom prst="rect">
            <a:avLst/>
          </a:prstGeom>
          <a:solidFill>
            <a:srgbClr val="222222"/>
          </a:solidFill>
          <a:ln w="7620">
            <a:solidFill>
              <a:srgbClr val="22222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b 比例尺白段">
            <a:extLst>
              <a:ext uri="{FF2B5EF4-FFF2-40B4-BE49-F238E27FC236}">
                <a16:creationId xmlns:a16="http://schemas.microsoft.com/office/drawing/2014/main" id="{BFD10E77-60D9-C550-63F2-DC71974A4A8A}"/>
              </a:ext>
            </a:extLst>
          </p:cNvPr>
          <p:cNvSpPr/>
          <p:nvPr/>
        </p:nvSpPr>
        <p:spPr>
          <a:xfrm>
            <a:off x="10293416" y="4699000"/>
            <a:ext cx="552516" cy="63500"/>
          </a:xfrm>
          <a:prstGeom prst="rect">
            <a:avLst/>
          </a:prstGeom>
          <a:solidFill>
            <a:srgbClr val="FFFFFF"/>
          </a:solidFill>
          <a:ln w="7620">
            <a:solidFill>
              <a:srgbClr val="22222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b 比例尺0">
            <a:extLst>
              <a:ext uri="{FF2B5EF4-FFF2-40B4-BE49-F238E27FC236}">
                <a16:creationId xmlns:a16="http://schemas.microsoft.com/office/drawing/2014/main" id="{6BDBE086-770C-6E03-6F28-927A1B53E3AA}"/>
              </a:ext>
            </a:extLst>
          </p:cNvPr>
          <p:cNvSpPr txBox="1"/>
          <p:nvPr/>
        </p:nvSpPr>
        <p:spPr>
          <a:xfrm>
            <a:off x="9677400" y="4800600"/>
            <a:ext cx="70532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endParaRPr lang="zh-CN" altLang="en-US" sz="10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9" name="b 比例尺中点">
            <a:extLst>
              <a:ext uri="{FF2B5EF4-FFF2-40B4-BE49-F238E27FC236}">
                <a16:creationId xmlns:a16="http://schemas.microsoft.com/office/drawing/2014/main" id="{7FA2D353-70D9-2724-389F-8F42B701E70E}"/>
              </a:ext>
            </a:extLst>
          </p:cNvPr>
          <p:cNvSpPr txBox="1"/>
          <p:nvPr/>
        </p:nvSpPr>
        <p:spPr>
          <a:xfrm>
            <a:off x="10102916" y="4800600"/>
            <a:ext cx="141064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endParaRPr lang="zh-CN" altLang="en-US" sz="10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0" name="b 比例尺终点">
            <a:extLst>
              <a:ext uri="{FF2B5EF4-FFF2-40B4-BE49-F238E27FC236}">
                <a16:creationId xmlns:a16="http://schemas.microsoft.com/office/drawing/2014/main" id="{046F52D1-AB2E-D3A3-EE41-2B7519F4DF52}"/>
              </a:ext>
            </a:extLst>
          </p:cNvPr>
          <p:cNvSpPr txBox="1"/>
          <p:nvPr/>
        </p:nvSpPr>
        <p:spPr>
          <a:xfrm>
            <a:off x="10553831" y="4800600"/>
            <a:ext cx="347852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20 km</a:t>
            </a:r>
            <a:endParaRPr lang="zh-CN" altLang="en-US" sz="10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1" name="研究区经度范围">
            <a:extLst>
              <a:ext uri="{FF2B5EF4-FFF2-40B4-BE49-F238E27FC236}">
                <a16:creationId xmlns:a16="http://schemas.microsoft.com/office/drawing/2014/main" id="{FFA36282-25CC-8CD1-FEA9-B0C36EC76DCE}"/>
              </a:ext>
            </a:extLst>
          </p:cNvPr>
          <p:cNvSpPr txBox="1"/>
          <p:nvPr/>
        </p:nvSpPr>
        <p:spPr>
          <a:xfrm>
            <a:off x="6299200" y="5778500"/>
            <a:ext cx="2473434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研究区：</a:t>
            </a:r>
            <a:r>
              <a:rPr lang="en-US" altLang="zh-CN" sz="13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120.1623°—120.2444°E</a:t>
            </a:r>
            <a:endParaRPr lang="zh-CN" altLang="en-US" sz="13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2" name="研究区纬度范围">
            <a:extLst>
              <a:ext uri="{FF2B5EF4-FFF2-40B4-BE49-F238E27FC236}">
                <a16:creationId xmlns:a16="http://schemas.microsoft.com/office/drawing/2014/main" id="{32985704-DF55-A2E0-36BF-79E460EB61EF}"/>
              </a:ext>
            </a:extLst>
          </p:cNvPr>
          <p:cNvSpPr txBox="1"/>
          <p:nvPr/>
        </p:nvSpPr>
        <p:spPr>
          <a:xfrm>
            <a:off x="6299200" y="6083300"/>
            <a:ext cx="2297104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　　　　</a:t>
            </a:r>
            <a:r>
              <a:rPr lang="en-US" altLang="zh-CN" sz="13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30.3532°—30.4146°N</a:t>
            </a:r>
            <a:endParaRPr lang="zh-CN" altLang="en-US" sz="1300">
              <a:solidFill>
                <a:srgbClr val="22222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3" name="图例杭州幅线型">
            <a:extLst>
              <a:ext uri="{FF2B5EF4-FFF2-40B4-BE49-F238E27FC236}">
                <a16:creationId xmlns:a16="http://schemas.microsoft.com/office/drawing/2014/main" id="{32BDDAF6-9B02-B94B-BC89-D2456D66AF62}"/>
              </a:ext>
            </a:extLst>
          </p:cNvPr>
          <p:cNvCxnSpPr/>
          <p:nvPr/>
        </p:nvCxnSpPr>
        <p:spPr>
          <a:xfrm>
            <a:off x="508000" y="6057900"/>
            <a:ext cx="419100" cy="0"/>
          </a:xfrm>
          <a:prstGeom prst="line">
            <a:avLst/>
          </a:prstGeom>
          <a:ln w="22860">
            <a:solidFill>
              <a:srgbClr val="B421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图例杭州幅文字">
            <a:extLst>
              <a:ext uri="{FF2B5EF4-FFF2-40B4-BE49-F238E27FC236}">
                <a16:creationId xmlns:a16="http://schemas.microsoft.com/office/drawing/2014/main" id="{99072D4A-DD23-57FA-31B0-867C4413E7C3}"/>
              </a:ext>
            </a:extLst>
          </p:cNvPr>
          <p:cNvSpPr txBox="1"/>
          <p:nvPr/>
        </p:nvSpPr>
        <p:spPr>
          <a:xfrm>
            <a:off x="1041400" y="5918200"/>
            <a:ext cx="1166986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杭州幅覆盖范围</a:t>
            </a:r>
          </a:p>
        </p:txBody>
      </p:sp>
      <p:sp>
        <p:nvSpPr>
          <p:cNvPr id="95" name="图例研究区框">
            <a:extLst>
              <a:ext uri="{FF2B5EF4-FFF2-40B4-BE49-F238E27FC236}">
                <a16:creationId xmlns:a16="http://schemas.microsoft.com/office/drawing/2014/main" id="{EACFFA71-B1F1-DEE0-A974-14D70AC38987}"/>
              </a:ext>
            </a:extLst>
          </p:cNvPr>
          <p:cNvSpPr/>
          <p:nvPr/>
        </p:nvSpPr>
        <p:spPr>
          <a:xfrm>
            <a:off x="508000" y="6362700"/>
            <a:ext cx="419100" cy="190500"/>
          </a:xfrm>
          <a:prstGeom prst="rect">
            <a:avLst/>
          </a:prstGeom>
          <a:solidFill>
            <a:srgbClr val="E4B465"/>
          </a:solidFill>
          <a:ln w="19050">
            <a:solidFill>
              <a:srgbClr val="22222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图例研究区文字">
            <a:extLst>
              <a:ext uri="{FF2B5EF4-FFF2-40B4-BE49-F238E27FC236}">
                <a16:creationId xmlns:a16="http://schemas.microsoft.com/office/drawing/2014/main" id="{6FD8C16B-F882-3483-F013-F8BACF8571FD}"/>
              </a:ext>
            </a:extLst>
          </p:cNvPr>
          <p:cNvSpPr txBox="1"/>
          <p:nvPr/>
        </p:nvSpPr>
        <p:spPr>
          <a:xfrm>
            <a:off x="1041400" y="6273800"/>
            <a:ext cx="1500411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研究区经纬度包络框</a:t>
            </a:r>
          </a:p>
        </p:txBody>
      </p:sp>
      <p:sp>
        <p:nvSpPr>
          <p:cNvPr id="97" name="定位图说明">
            <a:extLst>
              <a:ext uri="{FF2B5EF4-FFF2-40B4-BE49-F238E27FC236}">
                <a16:creationId xmlns:a16="http://schemas.microsoft.com/office/drawing/2014/main" id="{7BD08EAB-CD31-F0FC-15EE-32ABA3DAC69C}"/>
              </a:ext>
            </a:extLst>
          </p:cNvPr>
          <p:cNvSpPr txBox="1"/>
          <p:nvPr/>
        </p:nvSpPr>
        <p:spPr>
          <a:xfrm>
            <a:off x="495300" y="6756400"/>
            <a:ext cx="3526606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定位示意；省界已概化；包络框不代表研究区实际边界。</a:t>
            </a:r>
          </a:p>
        </p:txBody>
      </p:sp>
    </p:spTree>
    <p:extLst>
      <p:ext uri="{BB962C8B-B14F-4D97-AF65-F5344CB8AC3E}">
        <p14:creationId xmlns:p14="http://schemas.microsoft.com/office/powerpoint/2010/main" val="54043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图参考标题">
            <a:extLst>
              <a:ext uri="{FF2B5EF4-FFF2-40B4-BE49-F238E27FC236}">
                <a16:creationId xmlns:a16="http://schemas.microsoft.com/office/drawing/2014/main" id="{9FF467CB-05AF-9B49-EDD4-8FE7F728F3F5}"/>
              </a:ext>
            </a:extLst>
          </p:cNvPr>
          <p:cNvSpPr txBox="1"/>
          <p:nvPr/>
        </p:nvSpPr>
        <p:spPr>
          <a:xfrm>
            <a:off x="457200" y="152400"/>
            <a:ext cx="1139736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原始图</a:t>
            </a:r>
            <a:r>
              <a:rPr lang="en-US" altLang="zh-CN" sz="1600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sz="1600" b="1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662717-33A7-9D2A-07A3-BBFE63678C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558800"/>
            <a:ext cx="11633200" cy="635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8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自定义</PresentationFormat>
  <Paragraphs>35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啸天 张</dc:creator>
  <cp:lastModifiedBy>啸天 张</cp:lastModifiedBy>
  <cp:revision>1</cp:revision>
  <dcterms:created xsi:type="dcterms:W3CDTF">2026-10-25T03:22:10Z</dcterms:created>
  <dcterms:modified xsi:type="dcterms:W3CDTF">2026-10-25T03:22:10Z</dcterms:modified>
</cp:coreProperties>
</file>